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13a440b2cb4334" /><Relationship Type="http://schemas.openxmlformats.org/officeDocument/2006/relationships/extended-properties" Target="/docProps/app.xml" Id="R83e6ac69d1844232" /><Relationship Type="http://schemas.openxmlformats.org/officeDocument/2006/relationships/officeDocument" Target="/ppt/presentation.xml" Id="Rd5c307536f8c4e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597be183bf4dc9"/>
  </p:sldMasterIdLst>
  <p:notesMasterIdLst>
    <p:notesMasterId xmlns:r="http://schemas.openxmlformats.org/officeDocument/2006/relationships" r:id="R32eb73e195664c06"/>
  </p:notesMasterIdLst>
  <p:sldIdLst>
    <p:sldId xmlns:r="http://schemas.openxmlformats.org/officeDocument/2006/relationships" id="256" r:id="R1b9e0cb7c9604148"/>
    <p:sldId xmlns:r="http://schemas.openxmlformats.org/officeDocument/2006/relationships" id="257" r:id="R228c9cc58ae6494f"/>
    <p:sldId xmlns:r="http://schemas.openxmlformats.org/officeDocument/2006/relationships" id="258" r:id="Rc1d6040eb2b6474b"/>
    <p:sldId xmlns:r="http://schemas.openxmlformats.org/officeDocument/2006/relationships" id="259" r:id="Rd014c54118b0418c"/>
    <p:sldId xmlns:r="http://schemas.openxmlformats.org/officeDocument/2006/relationships" id="260" r:id="Rf32b67d4c1ab4e08"/>
    <p:sldId xmlns:r="http://schemas.openxmlformats.org/officeDocument/2006/relationships" id="261" r:id="R69fe608193884069"/>
    <p:sldId xmlns:r="http://schemas.openxmlformats.org/officeDocument/2006/relationships" id="262" r:id="R391f6e318a6a4b0f"/>
    <p:sldId xmlns:r="http://schemas.openxmlformats.org/officeDocument/2006/relationships" id="263" r:id="R84772d58f82546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cc5f573394650" /><Relationship Type="http://schemas.openxmlformats.org/officeDocument/2006/relationships/slideMaster" Target="/ppt/slideMasters/slideMaster1.xml" Id="Rc9597be183bf4dc9" /><Relationship Type="http://schemas.openxmlformats.org/officeDocument/2006/relationships/notesMaster" Target="/ppt/notesMasters/notesMaster1.xml" Id="R32eb73e195664c06" /><Relationship Type="http://schemas.openxmlformats.org/officeDocument/2006/relationships/presProps" Target="/ppt/presProps.xml" Id="R554122a5a1f9445f" /><Relationship Type="http://schemas.openxmlformats.org/officeDocument/2006/relationships/tableStyles" Target="/ppt/tableStyles.xml" Id="R76479d14b30447fb" /><Relationship Type="http://schemas.openxmlformats.org/officeDocument/2006/relationships/slide" Target="/ppt/slides/slide1.xml" Id="R1b9e0cb7c9604148" /><Relationship Type="http://schemas.openxmlformats.org/officeDocument/2006/relationships/slide" Target="/ppt/slides/slide2.xml" Id="R228c9cc58ae6494f" /><Relationship Type="http://schemas.openxmlformats.org/officeDocument/2006/relationships/slide" Target="/ppt/slides/slide3.xml" Id="Rc1d6040eb2b6474b" /><Relationship Type="http://schemas.openxmlformats.org/officeDocument/2006/relationships/slide" Target="/ppt/slides/slide4.xml" Id="Rd014c54118b0418c" /><Relationship Type="http://schemas.openxmlformats.org/officeDocument/2006/relationships/slide" Target="/ppt/slides/slide5.xml" Id="Rf32b67d4c1ab4e08" /><Relationship Type="http://schemas.openxmlformats.org/officeDocument/2006/relationships/slide" Target="/ppt/slides/slide6.xml" Id="R69fe608193884069" /><Relationship Type="http://schemas.openxmlformats.org/officeDocument/2006/relationships/slide" Target="/ppt/slides/slide7.xml" Id="R391f6e318a6a4b0f" /><Relationship Type="http://schemas.openxmlformats.org/officeDocument/2006/relationships/slide" Target="/ppt/slides/slide8.xml" Id="R84772d58f82546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d2cc6010c2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1767faf4c4152" /><Relationship Type="http://schemas.openxmlformats.org/officeDocument/2006/relationships/notesMaster" Target="/ppt/notesMasters/notesMaster1.xml" Id="R0d608c0f6fde42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ae11a5b374ace" /><Relationship Type="http://schemas.openxmlformats.org/officeDocument/2006/relationships/notesMaster" Target="/ppt/notesMasters/notesMaster1.xml" Id="R8870a5674f3a4a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746cbc256149d6" /><Relationship Type="http://schemas.openxmlformats.org/officeDocument/2006/relationships/notesMaster" Target="/ppt/notesMasters/notesMaster1.xml" Id="Rb2767500bc9345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9e6c58218c4491" /><Relationship Type="http://schemas.openxmlformats.org/officeDocument/2006/relationships/notesMaster" Target="/ppt/notesMasters/notesMaster1.xml" Id="R0b646c34df544f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1ffe2691ed4f48" /><Relationship Type="http://schemas.openxmlformats.org/officeDocument/2006/relationships/notesMaster" Target="/ppt/notesMasters/notesMaster1.xml" Id="R6e5112409631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af1f8006664208" /><Relationship Type="http://schemas.openxmlformats.org/officeDocument/2006/relationships/notesMaster" Target="/ppt/notesMasters/notesMaster1.xml" Id="Ra98816cc2b1f45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4f71cddcd4925" /><Relationship Type="http://schemas.openxmlformats.org/officeDocument/2006/relationships/notesMaster" Target="/ppt/notesMasters/notesMaster1.xml" Id="R6910fb6935514f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c02e7317274881" /><Relationship Type="http://schemas.openxmlformats.org/officeDocument/2006/relationships/notesMaster" Target="/ppt/notesMasters/notesMaster1.xml" Id="Rb7efe592df8b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Build an evidence chain from brief to finished chair and A caption should make the evidence interpretable.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Evaluation is a judgement supported by evidence and Retrieval practice and interleaving build usable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Command words determine the depth of the answer and Integrated answers connect stages of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171fa8e8641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9fb2676b194c60" /><Relationship Type="http://schemas.openxmlformats.org/officeDocument/2006/relationships/slideLayout" Target="/ppt/slideLayouts/slideLayout1.xml" Id="R783e121cabee40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e121cabee40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5932045ab480f" /><Relationship Type="http://schemas.openxmlformats.org/officeDocument/2006/relationships/image" Target="/ppt/media/image.png" Id="Rda5856f29f2a44d7" /><Relationship Type="http://schemas.openxmlformats.org/officeDocument/2006/relationships/notesSlide" Target="/ppt/notesSlides/notesSlide1.xml" Id="R6140cb48fcc949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e145c131149cd" /><Relationship Type="http://schemas.openxmlformats.org/officeDocument/2006/relationships/notesSlide" Target="/ppt/notesSlides/notesSlide2.xml" Id="Recf11b949b54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74f3c9ae443ea" /><Relationship Type="http://schemas.openxmlformats.org/officeDocument/2006/relationships/notesSlide" Target="/ppt/notesSlides/notesSlide3.xml" Id="R9a914a199a0742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3595192854a84" /><Relationship Type="http://schemas.openxmlformats.org/officeDocument/2006/relationships/notesSlide" Target="/ppt/notesSlides/notesSlide4.xml" Id="Rf55aafa266f749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5cec28f904cf4" /><Relationship Type="http://schemas.openxmlformats.org/officeDocument/2006/relationships/notesSlide" Target="/ppt/notesSlides/notesSlide5.xml" Id="R1b4a9bb41d4043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c3ce5083a46c4" /><Relationship Type="http://schemas.openxmlformats.org/officeDocument/2006/relationships/notesSlide" Target="/ppt/notesSlides/notesSlide6.xml" Id="Rb463996e75534c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9a002639e4efa" /><Relationship Type="http://schemas.openxmlformats.org/officeDocument/2006/relationships/notesSlide" Target="/ppt/notesSlides/notesSlide7.xml" Id="R730e267b580e4e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baa44858e4899" /><Relationship Type="http://schemas.openxmlformats.org/officeDocument/2006/relationships/notesSlide" Target="/ppt/notesSlides/notesSlide8.xml" Id="R81c738ecbf7240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38374-9FCE-4ACC-B73C-654A5B57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088A0-9272-475F-AEF4-84C4EB33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09149-67DA-475E-98AD-56B7ACF8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B0C25-8CA5-4821-8B26-245F1224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Portfolio evidence, evaluation, retrieval practice and assessment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0075E-890F-44AB-A6C4-39F702FD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17–18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0DA13-E2A1-49AD-8E48-87077CEF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43246-DBBF-4AF4-BE5B-5D32C3D1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B531C-7711-40DA-83EA-240FD233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856f29f2a44d7"/>
          <a:stretch xmlns:a="http://schemas.openxmlformats.org/drawingml/2006/main"/>
        </p:blipFill>
        <p:spPr>
          <a:xfrm xmlns:a="http://schemas.openxmlformats.org/drawingml/2006/main">
            <a:off x="7927460" y="1123950"/>
            <a:ext cx="3176031" cy="44958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265984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5ACC0-2F3B-41D6-8FFE-E1BD282F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DFAFF-302B-4352-9289-A0A4ADAE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5B00B-2676-477C-845B-DD62212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20D70-BA1C-4049-9B2F-386B09AA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64FCE-019F-4029-8461-3803F428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4C73B-5AAC-4DFE-8549-B287537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06B12-C631-45DE-9B2B-8B78E085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D6D0C-C3CB-4B79-8092-5C1F46D8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Build an evidence chain from brief to finished chair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2A918-9E94-443B-B64F-90C2D43F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A33E5-E363-49FF-BE47-DDBA1971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18C3D-1A14-4256-B14E-3E496A2B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 caption should make the evidence interpretable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A8F34-BEF0-4E5A-B25B-CF301C2B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48901-3061-4558-B2E3-E001D147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919A9-87CE-4AC5-89D5-B98E252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Evaluation is a judgement supported by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E5F00-34C5-4A93-8858-1E1D116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6F1A7-C5B4-44C0-B517-6348F93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E5810-0AEF-49E0-81CA-9EE98EEA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Retrieval practice and interleaving build usable knowledge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25067-5BDB-4860-8960-C47121EA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AAB5D-34F0-4C9D-8C8F-009CEBA1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0307F-4228-4A58-B3CF-000F6492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Command words determine the depth of the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5F980-114E-454C-A922-B8A332A8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9F1B8-40DC-4A8C-8F32-41AD5729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D68CC7-9900-407D-80CA-9DFC0FA9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Integrated answers connect stages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08987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28D43-E267-44E8-A49A-708897F5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6DAB-0213-4BCD-ACED-7795C7C1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F2988-B86E-4B8A-91CB-BE8D28C0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B06B0-D5C5-4010-9066-07487A2D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an evidence chain from brief to finished chair + A…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34C4D-099A-4CEB-B9CB-424F656D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4AA2D-34DB-4747-95AF-E458DF10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Build an evidence chain from brief to finished chair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04132-00E9-4272-9F98-151237F5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portfolio is not a scrapbook of everything produced.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A9D7A-2A5C-49AE-9475-13C1D33B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EF67C-C87A-48C5-90AE-6DD5F80F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A caption should make the evidence interpretable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68737-8D57-4675-A123-24F6DDEE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weak caption merely repeats what can be seen: “This is my chair.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606E4-60E3-4812-8B58-C7F211F0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427638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CE9DD-757F-4411-9D69-50E11852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77720-2A36-4DDE-B826-8CCCE7D7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7C15D-50F8-49BB-BD32-D87EEDDA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9EEF6-90DC-45DE-A132-A981B77F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Evaluation is a judgement supported by evidence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B2A3D-572D-43F9-94D2-F65F8ED4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FBB83-8A3B-487A-94B3-340C12C6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Evaluation is a judgement supported by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3E145-B32E-4E40-B96D-3193FB05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Description states what the chair is like.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98962-4162-47F2-988B-E4428F37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9A9D1-7713-4520-9E7B-73ADB8E4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Retrieval practice and interleaving build usable 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2F24C-4472-4FD2-ABC4-DA08D349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Retrieval practice means attempting to recall information without first looking at the answer.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16332-B443-4881-985C-EB4CAF9A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886374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63371-DFA9-4D22-8BBC-96C88B59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A185E-A318-4718-B0E8-4057B75B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741BD-DA84-4B52-9CAB-561D2C6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943DB-BDB0-412F-ADBF-123EDF50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Command words determine the depth of the answer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D007A-1429-49BF-86A8-C9B2A0BB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E58BC-59E4-428C-9D9C-1214C483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Command words determine the depth of the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039A3-2365-4D8A-9516-E1382AB9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high-mark response also follows the scope of the question.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D36BC-AD49-494D-BDA7-D1134DF1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C517B-D481-442D-A2A2-E4D57719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Integrated answers connect stages of the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FD8DD-9BD6-4E54-A1A1-52523615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Longer assessment questions often combine ideas.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64666-95D3-4D73-93E4-B6ED7725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554771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3B092-6109-4CD3-8866-9EE51329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8B902-5E06-4005-9597-99078095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D68DA-776D-41A5-8C8E-615E9240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28F83-2C2D-4B1D-9097-8617B43F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72E7C-5860-4EFC-8C6A-F5E0E442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FEC1E-748F-465D-AC6F-B3265F8F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Build an evidence chain from brief to finished chair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2B231-FF29-492C-BACB-C7BE74BA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AD506-2B0D-4155-A6A9-0366FEB2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Retrieval practice and interleaving build usable 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0833F-2E01-4A61-919C-90BD0DC3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86151-73D8-4B86-9A3E-3A79BE75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Integrated answers connect stages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275241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11712-F875-4914-94EA-7617460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404B6-20E9-4694-A416-95971FAD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F3B76-227C-4D06-BBC6-5B8D20AB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5601D-8E04-4932-8331-D097555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ED2CC-1B82-4597-9E32-28C5326E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99515-B0A0-4325-AEE4-BDF0D590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6B2CD-D81B-451A-9A06-44ED43DB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7EF60-B8C3-4D6D-9D54-28E572BE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056E7-C35B-42B2-92D3-EB08BA16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40F11-7975-43C1-88DB-CC060E65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F911E-DACB-4B0C-B327-30178E2E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F5B27-9912-4350-A2CD-467E68D5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5542F-3DAD-4D65-A8F7-5A316C71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7BC48-EBFE-4B9C-93EE-81DC4697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03766-D6F4-412D-8B91-1D9B718E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21155947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1EA54-9F99-41C9-9600-9B8BF5EB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AA339-8D19-43AF-99BA-D1F6BA55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3B35D-394F-4908-9872-D9D2EAAF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4FF80-7338-4142-AAE4-8F0D9FDD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7FAA0-8C60-44F8-A1D5-3DD4DBBC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D1B99-65A5-4AAD-A8CA-8A8966EC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235F6-6892-4821-8179-1273B0B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Build an evidence chain from brief to finished chair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D4C69-AB34-4B43-9F36-2D904FD3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49ABA-00DC-4961-9C08-CEA7BF7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0AA00-8A9A-4053-B601-84E39A54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C00D8-17B0-48B2-982B-466C5957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47A6C-1533-4522-9F36-52C04716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966943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2026-08-16T02:12:47.0260000Z</dcterms:created>
  <dcterms:modified xsi:type="dcterms:W3CDTF">2026-08-16T02:12:47.0260000Z</dcterms:modified>
</coreProperties>
</file>