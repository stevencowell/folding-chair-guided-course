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0c514f4ba04862" /><Relationship Type="http://schemas.openxmlformats.org/officeDocument/2006/relationships/extended-properties" Target="/docProps/app.xml" Id="Rd3c90e01aed342af" /><Relationship Type="http://schemas.openxmlformats.org/officeDocument/2006/relationships/officeDocument" Target="/ppt/presentation.xml" Id="R9cfc8bec5fa34c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e4e29fe9714b38"/>
  </p:sldMasterIdLst>
  <p:notesMasterIdLst>
    <p:notesMasterId xmlns:r="http://schemas.openxmlformats.org/officeDocument/2006/relationships" r:id="R436cd54bd13f41b0"/>
  </p:notesMasterIdLst>
  <p:sldIdLst>
    <p:sldId xmlns:r="http://schemas.openxmlformats.org/officeDocument/2006/relationships" id="256" r:id="Ref24793b6c3f48ba"/>
    <p:sldId xmlns:r="http://schemas.openxmlformats.org/officeDocument/2006/relationships" id="257" r:id="R0fb5e97a4c3145ea"/>
    <p:sldId xmlns:r="http://schemas.openxmlformats.org/officeDocument/2006/relationships" id="258" r:id="R4fe5e5ccf7d64226"/>
    <p:sldId xmlns:r="http://schemas.openxmlformats.org/officeDocument/2006/relationships" id="259" r:id="Rcb2bbe85f7314eef"/>
    <p:sldId xmlns:r="http://schemas.openxmlformats.org/officeDocument/2006/relationships" id="260" r:id="Raf41b130970f4b53"/>
    <p:sldId xmlns:r="http://schemas.openxmlformats.org/officeDocument/2006/relationships" id="261" r:id="R787373c0c6354d1f"/>
    <p:sldId xmlns:r="http://schemas.openxmlformats.org/officeDocument/2006/relationships" id="262" r:id="R749f5b6e01624c33"/>
    <p:sldId xmlns:r="http://schemas.openxmlformats.org/officeDocument/2006/relationships" id="263" r:id="Rdab0d5e04ff94f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e9f34f19b042fd" /><Relationship Type="http://schemas.openxmlformats.org/officeDocument/2006/relationships/slideMaster" Target="/ppt/slideMasters/slideMaster1.xml" Id="R57e4e29fe9714b38" /><Relationship Type="http://schemas.openxmlformats.org/officeDocument/2006/relationships/notesMaster" Target="/ppt/notesMasters/notesMaster1.xml" Id="R436cd54bd13f41b0" /><Relationship Type="http://schemas.openxmlformats.org/officeDocument/2006/relationships/presProps" Target="/ppt/presProps.xml" Id="R94ab50c7f8714338" /><Relationship Type="http://schemas.openxmlformats.org/officeDocument/2006/relationships/tableStyles" Target="/ppt/tableStyles.xml" Id="Re1a10ecd67894968" /><Relationship Type="http://schemas.openxmlformats.org/officeDocument/2006/relationships/slide" Target="/ppt/slides/slide1.xml" Id="Ref24793b6c3f48ba" /><Relationship Type="http://schemas.openxmlformats.org/officeDocument/2006/relationships/slide" Target="/ppt/slides/slide2.xml" Id="R0fb5e97a4c3145ea" /><Relationship Type="http://schemas.openxmlformats.org/officeDocument/2006/relationships/slide" Target="/ppt/slides/slide3.xml" Id="R4fe5e5ccf7d64226" /><Relationship Type="http://schemas.openxmlformats.org/officeDocument/2006/relationships/slide" Target="/ppt/slides/slide4.xml" Id="Rcb2bbe85f7314eef" /><Relationship Type="http://schemas.openxmlformats.org/officeDocument/2006/relationships/slide" Target="/ppt/slides/slide5.xml" Id="Raf41b130970f4b53" /><Relationship Type="http://schemas.openxmlformats.org/officeDocument/2006/relationships/slide" Target="/ppt/slides/slide6.xml" Id="R787373c0c6354d1f" /><Relationship Type="http://schemas.openxmlformats.org/officeDocument/2006/relationships/slide" Target="/ppt/slides/slide7.xml" Id="R749f5b6e01624c33" /><Relationship Type="http://schemas.openxmlformats.org/officeDocument/2006/relationships/slide" Target="/ppt/slides/slide8.xml" Id="Rdab0d5e04ff94f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6e6586052743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67b8ea89064aa4" /><Relationship Type="http://schemas.openxmlformats.org/officeDocument/2006/relationships/notesMaster" Target="/ppt/notesMasters/notesMaster1.xml" Id="R4ea0b249f5de40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65d649289240ba" /><Relationship Type="http://schemas.openxmlformats.org/officeDocument/2006/relationships/notesMaster" Target="/ppt/notesMasters/notesMaster1.xml" Id="Rea25f5454c9646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f980bb5e3841b9" /><Relationship Type="http://schemas.openxmlformats.org/officeDocument/2006/relationships/notesMaster" Target="/ppt/notesMasters/notesMaster1.xml" Id="R77ddff8400cf4f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a99a8acc274927" /><Relationship Type="http://schemas.openxmlformats.org/officeDocument/2006/relationships/notesMaster" Target="/ppt/notesMasters/notesMaster1.xml" Id="R6ffca878552345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975c481c5647ee" /><Relationship Type="http://schemas.openxmlformats.org/officeDocument/2006/relationships/notesMaster" Target="/ppt/notesMasters/notesMaster1.xml" Id="R7248bd112c3e41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6c2b9b52784255" /><Relationship Type="http://schemas.openxmlformats.org/officeDocument/2006/relationships/notesMaster" Target="/ppt/notesMasters/notesMaster1.xml" Id="R2a0aff7d6e994c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7a883968ce4b62" /><Relationship Type="http://schemas.openxmlformats.org/officeDocument/2006/relationships/notesMaster" Target="/ppt/notesMasters/notesMaster1.xml" Id="Rf9eae4034b9a4d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d53e17b7b44153" /><Relationship Type="http://schemas.openxmlformats.org/officeDocument/2006/relationships/notesMaster" Target="/ppt/notesMasters/notesMaster1.xml" Id="R8c9c71b14d9043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A systematic final inspection follows the chair from structure to surface and Correct the cause, not only the symptom.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Cleaning, maintenance and repair are different responsibilities and Final submission is a quality-assurance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Reflection asks what happened, why and what changes next and Care of the finished folding chair.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bdad8eace49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86a0ec46104153" /><Relationship Type="http://schemas.openxmlformats.org/officeDocument/2006/relationships/slideLayout" Target="/ppt/slideLayouts/slideLayout1.xml" Id="R0906488ffc224a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06488ffc224a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8910d9b0e4caf" /><Relationship Type="http://schemas.openxmlformats.org/officeDocument/2006/relationships/image" Target="/ppt/media/image.png" Id="R665b81c4bc964d20" /><Relationship Type="http://schemas.openxmlformats.org/officeDocument/2006/relationships/notesSlide" Target="/ppt/notesSlides/notesSlide1.xml" Id="R60779bdd77a349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785bab02040a3" /><Relationship Type="http://schemas.openxmlformats.org/officeDocument/2006/relationships/notesSlide" Target="/ppt/notesSlides/notesSlide2.xml" Id="Rb83fe00a87c44e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cd6efbb7f4afb" /><Relationship Type="http://schemas.openxmlformats.org/officeDocument/2006/relationships/notesSlide" Target="/ppt/notesSlides/notesSlide3.xml" Id="R4775b7014c8b47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910dbcd7a4354" /><Relationship Type="http://schemas.openxmlformats.org/officeDocument/2006/relationships/notesSlide" Target="/ppt/notesSlides/notesSlide4.xml" Id="Rb910d621092e43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25523133b471e" /><Relationship Type="http://schemas.openxmlformats.org/officeDocument/2006/relationships/notesSlide" Target="/ppt/notesSlides/notesSlide5.xml" Id="Rd75e7dac47cc48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f3740f0084008" /><Relationship Type="http://schemas.openxmlformats.org/officeDocument/2006/relationships/notesSlide" Target="/ppt/notesSlides/notesSlide6.xml" Id="R08462f3c123a4d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b681536474bc5" /><Relationship Type="http://schemas.openxmlformats.org/officeDocument/2006/relationships/notesSlide" Target="/ppt/notesSlides/notesSlide7.xml" Id="R07f33635c44b4a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6d6fbbb174f49" /><Relationship Type="http://schemas.openxmlformats.org/officeDocument/2006/relationships/notesSlide" Target="/ppt/notesSlides/notesSlide8.xml" Id="Rfaed36f4d93c45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776AA-CBF7-433B-AD74-99B025C9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32BA2-74C2-4053-B206-DA303D38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910BA-8816-436F-B232-571D7C30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792ED-82A0-43D4-871D-33D96002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1"/>
                </a:solidFill>
              </a:defRPr>
            </a:pPr>
            <a:r>
              <a:rPr sz="4050" b="1">
                <a:solidFill>
                  <a:srgbClr val="173D31"/>
                </a:solidFill>
              </a:rPr>
              <a:t>Final quality assurance, correction, workshop handover, submission and reflection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B4C18-D36C-4F70-8E4D-8233E067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19–20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8F72C-EAF1-4192-8FF2-437212CF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8EFAC-9D46-41FB-B3B4-D8A731E7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1F7F7-3AB2-4309-874D-F5ED1570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1BC"/>
          </a:solidFill>
          <a:ln xmlns:a="http://schemas.openxmlformats.org/drawingml/2006/main" w="0">
            <a:solidFill>
              <a:srgbClr val="EBD1B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b81c4bc964d20"/>
          <a:stretch xmlns:a="http://schemas.openxmlformats.org/drawingml/2006/main"/>
        </p:blipFill>
        <p:spPr>
          <a:xfrm xmlns:a="http://schemas.openxmlformats.org/drawingml/2006/main">
            <a:off x="7927460" y="1123950"/>
            <a:ext cx="3176031" cy="44958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595064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53993-426C-4489-B74E-C6F8FF9F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F6327-1D8F-4D5A-92BE-4F892E66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0612B-96A4-408B-923D-F0F18506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368C2-4069-4C70-A0F4-8F671BE4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42293-C7C0-463F-A87A-76F92280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0E361-D6EC-46B7-8B34-4B8B6D97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C94BA-7716-4807-BA99-F9AB5F90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5A758-C905-453C-9CC2-0C33E8BE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A systematic final inspection follows the chair from structure to 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601FB-D18E-42B6-AE94-62E7E738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55A30-944A-4764-B462-0A4E73A3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09132-DEC6-422C-9238-6821D15F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Correct the cause, not only the symptom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AA81C-A0E2-405E-9262-E248BCD5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33093-B969-4E8C-933F-B075D937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59F3F-F611-4B77-8570-251F2C49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Cleaning, maintenance and repair are different responsibilities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8D96D-53FE-4DE6-AA16-7F37258C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F7A7F-82C3-4D04-84D3-6CC0AA63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6D476-6FBD-4522-8388-17EEC39D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Final submission is a quality-assurance task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37F1B-E0DC-4BFB-A838-A659BD31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6E3AA-E4A6-49AB-85D5-E06FE218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E24C00-C34A-4849-BF1E-E7D5941B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Reflection asks what happened, why and what changes next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CD41B-7796-4782-910C-38BFD51E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10A2B9-6F8D-4CEF-BE11-5846110A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8D9365-2223-4CA8-B718-5ED57D33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Care of the finished folding chair</a:t>
            </a:r>
          </a:p>
        </p:txBody>
      </p:sp>
    </p:spTree>
    <p:extLst>
      <p:ext uri="{BB962C8B-B14F-4D97-AF65-F5344CB8AC3E}">
        <p14:creationId xmlns:p14="http://schemas.microsoft.com/office/powerpoint/2010/main" val="1044866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9E3D1-BF52-4154-B8D3-ED00D3AD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6A58D-2CF7-4155-89C7-F6996B0B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2FE22-A9C4-40E9-87A6-F88CAC0F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E19BE-220B-4126-B38C-598B1209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A systematic final inspection follows the chair from…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1D982-AEF9-4D21-8F45-E906CD71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953D3-2681-44D6-A29D-7F8CFB4C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A systematic final inspection follows the chair from structure to surface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6A29E-B8DC-4CEB-9FD1-AC83CB0D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Randomly looking for faults usually finds only the most visible issue.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643AE-89D3-4AB3-B312-4C0D2A6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982BC-8B4B-4DD9-992D-6D7C7308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Correct the cause, not only the symptom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88979-3042-4F03-9011-A2626BBF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stiff pivot may result from excessive locknut tension, finish build-up, a missing washer, misaligned holes or a twisted member.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2A6E0-9CB1-4738-8700-3669A8EC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8999840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7BBD0-6090-4FE5-B573-B6123D7E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D439F-5E0E-48D3-A666-3AFB7FD2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90EE4-C5B0-4B7C-937C-5BA6E88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B6563-F794-4F47-ACD1-1AAFFD15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Cleaning, maintenance and repair are different…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78322-C30D-4DD2-9381-7CE9742F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6C269-8D87-4212-8C55-077E92B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Cleaning, maintenance and repair are different responsibilities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C9762-9CBF-40E6-A768-219BB49D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Cleaning removes dust, waste and residue.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30584-1547-412B-A53E-B3390C25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3D77E-E8E0-446E-82CA-79792DEE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Final submission is a quality-assurance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9B966-881B-47BC-A34A-79E8CEC1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Prepare the chair under good light and remove loose dust using the approved method.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7593E-CDF0-4E4B-8084-28470623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720512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AF602-85BF-4F6F-9AE0-C3407DCB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75CAC-25F0-48B9-90D6-CA35FCBF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30029-2FD7-479D-9E94-1D4098D7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9D1DA-D1B8-4B73-85F3-03F28558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Reflection asks what happened, why and what changes next…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304A4-E846-4F1D-81B7-CAABAD0F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36405-13C2-44D8-BC89-A1D422CA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Reflection asks what happened, why and what changes 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581A3-22CC-4225-9689-5FA54C17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Reflection is useful when it links experience to a future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4B98C-99DD-435A-B23C-341C6B0D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3F7D2-8075-46D5-B450-CF0EFA87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Care of the finished folding chair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09D21-6506-485D-9185-7C5FF1E3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chair should be used only for its intended purpose, stored dry and protected from conditions unsuitable for the timber and selected finish.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A8745-8654-4ECF-A3C5-0949C0DA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323746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97D46-DB58-4388-942E-97365B90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0DE34-C2BE-48A4-85DD-A82B750A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0F21A-9560-484A-BB98-CEA4E6E8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5A135-2CDC-475C-A687-BCCBDF7B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2C446-7469-4B91-BA52-A8C27BAE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9C8BF-F121-47AE-B426-E8B7413A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A systematic final inspection follows the chair from structure to surface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91DB1-E8A5-45A9-BB4E-58C02037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57F91-AD97-4739-80C2-8BB9A131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Final submission is a quality-assurance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E0E65-B3C3-4D74-A2DA-52E12A79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1813C-CC71-4411-8BD4-0056AF78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Care of the finished folding chair</a:t>
            </a:r>
          </a:p>
        </p:txBody>
      </p:sp>
    </p:spTree>
    <p:extLst>
      <p:ext uri="{BB962C8B-B14F-4D97-AF65-F5344CB8AC3E}">
        <p14:creationId xmlns:p14="http://schemas.microsoft.com/office/powerpoint/2010/main" val="10518392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2A420-E4E7-4F21-801C-0617369C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60C9F-1E67-4FA2-A3F4-A4A49735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ECF59-2BCC-4779-8714-22503E66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678B7-6BF3-4606-91FC-296769DD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8E94F-47C0-4622-A67D-83592FA3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ADD5D-155C-4AD0-A4C5-11DFAB92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278BC-5851-4F28-A084-3C1A0D7F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254E6-3C82-4D4C-8A89-0F28CB2D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B0A68-A331-4D1F-925F-7493B411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90C9C-DD13-4DF0-A47B-F3A3FE0B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58A8D-553E-4CF5-9223-F472771E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51CF2-2F11-4E01-9EB6-0BEF9A1B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B0144-7ECC-4EF5-A8A5-7CA66735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B3EA9-0637-4AA5-B298-759ABD02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FAE7D-71BB-4058-99DE-EBC0D758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8611193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B94C4-62F7-44DF-AD56-67AB12C0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7E823-3486-43E9-A191-C782D39F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63712-2E5F-4FA6-8F17-8581E860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39147-57BD-4F3B-B961-9717FDB2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04F19-BF3C-444F-904A-60CA0C69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7D963-BF88-415A-BFF3-B83C4F27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AE512-E7CE-4D05-A04A-84B5709A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A systematic final inspection follows the chair from structure to…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0255F-A9E4-4D9A-958C-8D4B691D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BA352-E85C-4758-96E5-7DED10DE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4DC64-EE08-4A6A-A1D7-0CE0185A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61B20-981E-442D-AE50-BA11CE13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29317-7A95-4B24-A7C7-5DE97728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6A3C"/>
                </a:solidFill>
              </a:defRPr>
            </a:pPr>
            <a:r>
              <a:rPr sz="1350" b="1">
                <a:solidFill>
                  <a:srgbClr val="B66A3C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833906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2026-08-16T02:12:47.5480000Z</dcterms:created>
  <dcterms:modified xsi:type="dcterms:W3CDTF">2026-08-16T02:12:47.5480000Z</dcterms:modified>
</coreProperties>
</file>