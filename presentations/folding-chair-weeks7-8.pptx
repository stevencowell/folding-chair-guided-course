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13a2f9389459e" /><Relationship Type="http://schemas.openxmlformats.org/officeDocument/2006/relationships/extended-properties" Target="/docProps/app.xml" Id="Rdd13a3f4176a4980" /><Relationship Type="http://schemas.openxmlformats.org/officeDocument/2006/relationships/officeDocument" Target="/ppt/presentation.xml" Id="R34361b2dc52d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14ccdbe9ba44fe"/>
  </p:sldMasterIdLst>
  <p:notesMasterIdLst>
    <p:notesMasterId xmlns:r="http://schemas.openxmlformats.org/officeDocument/2006/relationships" r:id="R1f736f6906f74dae"/>
  </p:notesMasterIdLst>
  <p:sldIdLst>
    <p:sldId xmlns:r="http://schemas.openxmlformats.org/officeDocument/2006/relationships" id="256" r:id="Rfcdfe98a1068416c"/>
    <p:sldId xmlns:r="http://schemas.openxmlformats.org/officeDocument/2006/relationships" id="257" r:id="R400cc760eed34469"/>
    <p:sldId xmlns:r="http://schemas.openxmlformats.org/officeDocument/2006/relationships" id="258" r:id="Ra78919304ab94e85"/>
    <p:sldId xmlns:r="http://schemas.openxmlformats.org/officeDocument/2006/relationships" id="259" r:id="Rd260235b058b4ef0"/>
    <p:sldId xmlns:r="http://schemas.openxmlformats.org/officeDocument/2006/relationships" id="260" r:id="R987c569c68b5439b"/>
    <p:sldId xmlns:r="http://schemas.openxmlformats.org/officeDocument/2006/relationships" id="261" r:id="Ra28e0cabfaf74d4f"/>
    <p:sldId xmlns:r="http://schemas.openxmlformats.org/officeDocument/2006/relationships" id="262" r:id="Rfb2d5fa0e7bd40e6"/>
    <p:sldId xmlns:r="http://schemas.openxmlformats.org/officeDocument/2006/relationships" id="263" r:id="R114c1a8253ba4e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eb0b63e1947ee" /><Relationship Type="http://schemas.openxmlformats.org/officeDocument/2006/relationships/slideMaster" Target="/ppt/slideMasters/slideMaster1.xml" Id="R1614ccdbe9ba44fe" /><Relationship Type="http://schemas.openxmlformats.org/officeDocument/2006/relationships/notesMaster" Target="/ppt/notesMasters/notesMaster1.xml" Id="R1f736f6906f74dae" /><Relationship Type="http://schemas.openxmlformats.org/officeDocument/2006/relationships/presProps" Target="/ppt/presProps.xml" Id="R51f8bedee26e4bbd" /><Relationship Type="http://schemas.openxmlformats.org/officeDocument/2006/relationships/tableStyles" Target="/ppt/tableStyles.xml" Id="R472861acbfd742f5" /><Relationship Type="http://schemas.openxmlformats.org/officeDocument/2006/relationships/slide" Target="/ppt/slides/slide1.xml" Id="Rfcdfe98a1068416c" /><Relationship Type="http://schemas.openxmlformats.org/officeDocument/2006/relationships/slide" Target="/ppt/slides/slide2.xml" Id="R400cc760eed34469" /><Relationship Type="http://schemas.openxmlformats.org/officeDocument/2006/relationships/slide" Target="/ppt/slides/slide3.xml" Id="Ra78919304ab94e85" /><Relationship Type="http://schemas.openxmlformats.org/officeDocument/2006/relationships/slide" Target="/ppt/slides/slide4.xml" Id="Rd260235b058b4ef0" /><Relationship Type="http://schemas.openxmlformats.org/officeDocument/2006/relationships/slide" Target="/ppt/slides/slide5.xml" Id="R987c569c68b5439b" /><Relationship Type="http://schemas.openxmlformats.org/officeDocument/2006/relationships/slide" Target="/ppt/slides/slide6.xml" Id="Ra28e0cabfaf74d4f" /><Relationship Type="http://schemas.openxmlformats.org/officeDocument/2006/relationships/slide" Target="/ppt/slides/slide7.xml" Id="Rfb2d5fa0e7bd40e6" /><Relationship Type="http://schemas.openxmlformats.org/officeDocument/2006/relationships/slide" Target="/ppt/slides/slide8.xml" Id="R114c1a8253ba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fe94937ee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4a610466c4fd6" /><Relationship Type="http://schemas.openxmlformats.org/officeDocument/2006/relationships/notesMaster" Target="/ppt/notesMasters/notesMaster1.xml" Id="R9ff9357b60e34b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a52f9386d46c0" /><Relationship Type="http://schemas.openxmlformats.org/officeDocument/2006/relationships/notesMaster" Target="/ppt/notesMasters/notesMaster1.xml" Id="R26acb11df017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9d6c9b31943b2" /><Relationship Type="http://schemas.openxmlformats.org/officeDocument/2006/relationships/notesMaster" Target="/ppt/notesMasters/notesMaster1.xml" Id="R051fcd9b6ab74b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653e38d4a4220" /><Relationship Type="http://schemas.openxmlformats.org/officeDocument/2006/relationships/notesMaster" Target="/ppt/notesMasters/notesMaster1.xml" Id="R1ca81f4b441d4a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d883e2a6fc4e33" /><Relationship Type="http://schemas.openxmlformats.org/officeDocument/2006/relationships/notesMaster" Target="/ppt/notesMasters/notesMaster1.xml" Id="Rc4aef2c9e2e8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2327c4035d46fd" /><Relationship Type="http://schemas.openxmlformats.org/officeDocument/2006/relationships/notesMaster" Target="/ppt/notesMasters/notesMaster1.xml" Id="R5847a112b70d48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de7e485cbe4a81" /><Relationship Type="http://schemas.openxmlformats.org/officeDocument/2006/relationships/notesMaster" Target="/ppt/notesMasters/notesMaster1.xml" Id="Rf16d77ac573e45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f0d0b3c244ce9" /><Relationship Type="http://schemas.openxmlformats.org/officeDocument/2006/relationships/notesMaster" Target="/ppt/notesMasters/notesMaster1.xml" Id="R179993b59ea1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Locate hole centres from datums—not from the shape and Produce a perpendicular, clean and controlled hole.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Countersinking mirrored components correctly and How the pivot hardware stack controls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Dry assembly is a diagnostic test—not a ceremonial step and Work Method Statement versus Standard Operating Procedure.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adda943fb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42915b2c204904" /><Relationship Type="http://schemas.openxmlformats.org/officeDocument/2006/relationships/slideLayout" Target="/ppt/slideLayouts/slideLayout1.xml" Id="R7c9e6c1e4e82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e6c1e4e82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29d215fba4623" /><Relationship Type="http://schemas.openxmlformats.org/officeDocument/2006/relationships/image" Target="/ppt/media/image.png" Id="Recaa03457ea5421b" /><Relationship Type="http://schemas.openxmlformats.org/officeDocument/2006/relationships/notesSlide" Target="/ppt/notesSlides/notesSlide1.xml" Id="R232aad4b07c5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fe0bc6733460c" /><Relationship Type="http://schemas.openxmlformats.org/officeDocument/2006/relationships/notesSlide" Target="/ppt/notesSlides/notesSlide2.xml" Id="R0596d6fff27b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a81aabd074768" /><Relationship Type="http://schemas.openxmlformats.org/officeDocument/2006/relationships/notesSlide" Target="/ppt/notesSlides/notesSlide3.xml" Id="Rc436246915b0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59d97fbad41e1" /><Relationship Type="http://schemas.openxmlformats.org/officeDocument/2006/relationships/notesSlide" Target="/ppt/notesSlides/notesSlide4.xml" Id="R0be11afc7d4f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9d45390d845b9" /><Relationship Type="http://schemas.openxmlformats.org/officeDocument/2006/relationships/notesSlide" Target="/ppt/notesSlides/notesSlide5.xml" Id="Red339fa795eb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0e052a0dd4fac" /><Relationship Type="http://schemas.openxmlformats.org/officeDocument/2006/relationships/notesSlide" Target="/ppt/notesSlides/notesSlide6.xml" Id="R1eaae7f5f87a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8394c11cf49fd" /><Relationship Type="http://schemas.openxmlformats.org/officeDocument/2006/relationships/notesSlide" Target="/ppt/notesSlides/notesSlide7.xml" Id="Rcd50dd523c0e49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fefb26df34e13" /><Relationship Type="http://schemas.openxmlformats.org/officeDocument/2006/relationships/notesSlide" Target="/ppt/notesSlides/notesSlide8.xml" Id="Rf1b329343c7b4b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46731-5E76-414E-8A8D-3F58F4A3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E31BF-4B6F-4DC6-A677-8E098D5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674E-80D7-4871-801F-23BAC5E6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2341F-32F9-4E81-9704-3B59753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Drilling, countersinking, pivot hardware, dry assembly and work-method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F8979-F3CA-45EB-9530-CE30CEC1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7–8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C8F74-9B9A-491D-B58C-4B051602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D4B4A-F4A5-4A0E-89E1-B33DE46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B0151-8B32-4281-9C4E-507A16A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a03457ea5421b"/>
          <a:stretch xmlns:a="http://schemas.openxmlformats.org/drawingml/2006/main"/>
        </p:blipFill>
        <p:spPr>
          <a:xfrm xmlns:a="http://schemas.openxmlformats.org/drawingml/2006/main">
            <a:off x="7658100" y="2059517"/>
            <a:ext cx="3714750" cy="262466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73553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2ECE4-78B8-4B8B-B092-55AC1DB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C619A-4D0F-436E-8141-C3E63FF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BF807-55FB-42B1-9B32-29991D6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575F-619A-477A-A177-5E7F5F98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90B3E-4057-4B25-A30F-F8BFB2E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B1C26-41A4-4FC3-A2FA-B5C9211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F338F-E1AB-49F0-BAD4-8A034AB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7C458-C73E-4E40-9AE3-90087BD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Locate hole centres from datums—not from the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84A45-FFFE-477F-9187-95313A20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F15F4-D635-4C6A-8DCD-FA43114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5188C-7DFF-4E4E-93E1-842288CB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Produce a perpendicular, clean and controlled hole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BCDD4-1DD6-4323-9431-9F16322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0D759-B421-41C1-B84C-847217A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5A80A-5FC9-433F-967F-132BD55D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Countersinking mirrored components correctly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CEE5E-1848-4ADB-A470-A6E8B7F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33930-4853-4DF0-97EE-DF485F8A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FEDF2-6121-4ACB-AAF8-3D72A9E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the pivot hardware stack controls movement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5297D-DF2A-4B9D-855F-A20D00B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66B6D-C2C6-4944-B6E7-9F2DF3E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43676-E684-4C38-9D60-232703E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Dry assembly is a diagnostic test—not a ceremonial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BA0B3-1263-475D-9DE3-6EC6590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AAB1E-7597-4353-9412-E07D58A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DBEC5-FAAE-4148-A9EC-81BFD283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Work Method Statement versus Standard 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1513762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4C91D-C992-4ADB-AEE0-9D29591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128D1-99D1-428C-A45E-AF6D03C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598C2-ADA6-4B59-BC0B-84BAAFD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D0902-F0F7-48FF-9AF0-9429ABE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Locate hole centres from datums—not from the shape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004E2-EF8A-4C79-9431-D6A4ADA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D0069-FDFC-470F-9BD7-C50D201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Locate hole centres from datums—not from the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5EAA-BA50-465D-BBBA-B7279251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Hole centres must be transferred from the written dimensions and established reference 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BAABC-2412-42F0-BA5F-5BAC619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A149-332B-49A7-9756-1F83414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Produce a perpendicular, clean and controlled hole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46A03-B64C-4DD2-9BF2-D0FD1AE7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drilling operation has three separate accuracy requirements: the centre must be correct, the hole must be perpendicular to the reference face, and the entry and exit surfaces must…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31C90-72A8-40F2-814A-3A838DB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58987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74D86-CBBC-4DF2-9E8F-ECADAD5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CF46-6BC7-4FD6-A41F-FA9B8F7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BA817-0BDD-4ABD-91DD-8B0E9F8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1378D-C918-440B-B16D-70B9EA2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Countersinking mirrored components correctly + How the…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967B-D77F-4EF0-9895-ACC047E0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F60CF-D187-41FB-A6F9-EC9304F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Countersinking mirrored components correctly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5046C-E01D-48E1-9ECE-B3F0686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countersink creates a conical recess so a countersunk bolt head can sit flush or slightly below the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AA1EA-8F77-4591-89F4-AB2A5C9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B74B2-4146-44EC-8A6D-4412E86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How the pivot hardware stack controls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3721D-3DE3-4570-8495-EB95E84E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bolt acts as the axle, but the timber members should not be crushed tightly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60E3E-4956-4D00-B7FE-190AC337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45159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E81B4-8AE4-46BE-A078-C28AA77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0C2F6-7795-4E87-8E3A-087F9D1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12698-C9A1-4CF9-A862-747D2EA8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D1F96-AF17-4715-8945-235C1BD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Dry assembly is a diagnostic test—not a ceremonial step…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3A21-1CCA-4F65-91FD-24DE29A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CF546-33BF-439A-ACC2-F1D76BC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Dry assembly is a diagnostic test—not a ceremonial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A7976-F052-4ED0-A826-32F61115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dry assembly brings the parts together without permanent adhesive or finish.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6B0F6-889A-4A19-B243-4711ECC1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5030E-1A16-4BFD-93ED-A4808EA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Work Method Statement versus Standard Operating Procedure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7C5BF-6A13-49DA-8F05-6398618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An SOP explains how to operate a specific machine or complete a standard process safely and consistently.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F35CC-247C-47F7-B738-46C4C3C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22023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8D7AA-FA61-4DE4-BFEE-69DB471C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E34C4-DAAA-47DD-961F-C49AE356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245EC-3D8B-4A99-BB04-3C26792C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F5F61-2594-4BD9-8B14-CFFC41ED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F79CC-F39E-47A2-8DAE-3DB8B66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A2DC5-E12C-4413-9EBE-4A41E61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Locate hole centres from datums—not from the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B0AC-4EEA-4387-AF58-60A5BB9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ACC08-8C82-4C86-A921-BA44502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How the pivot hardware stack controls movement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DD210-3D90-4465-B267-D1BF32F4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A2085-29BA-41F1-BE61-64318A58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Work Method Statement versus Standard 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1850977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F015A-84EA-47D7-8C3D-6230827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21171-5444-490F-A8FB-CC174B2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03729-DB42-49E3-8670-F0902B1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509EC-BDB8-48E5-9158-CCABD2F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DD116-8609-4C85-BCD8-ED728C7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DC0ED-1723-4F82-8B3F-8BE9FC5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7D6A-920F-4D47-BBBD-6D73D58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D248-2050-4361-B068-024C8552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59512-3E5B-4558-9CC3-3EA8024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F7C7A-F9E3-4384-AB9C-BA5E3BF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E569A-E6FD-42CC-8044-E098153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7AA17-2B13-4623-847E-C68551B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03878-937A-4CB3-A424-FF996A15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9E113-2541-4901-B6E1-9BAE5DA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B7DB2-2084-4453-BDFE-E2F1A07D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636133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360D1-D05D-411C-AEB7-A7303A7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9B435-5B39-49F3-B0CD-6607CBC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881EB-B472-4A9B-BB95-C0049904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1062E-1DC8-4CDA-8FB1-6B43469C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D47BB-E355-432B-A458-360B07E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31444-FADE-4040-AA99-A69EDFE4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E8A29-53E1-4995-91CB-B8E37C7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Locate hole centres from datums—not from the shape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D8B00-C2AF-45EA-98FE-58DECF04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4445C-818F-4E24-9326-969E33D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BE436-C80F-4072-A422-64B59EF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D91CF-0D51-44F6-96EE-D0344481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7FB89-09AB-451F-9569-469A014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26548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2026-08-16T02:12:44.6170000Z</dcterms:created>
  <dcterms:modified xsi:type="dcterms:W3CDTF">2026-08-16T02:12:44.6170000Z</dcterms:modified>
</coreProperties>
</file>