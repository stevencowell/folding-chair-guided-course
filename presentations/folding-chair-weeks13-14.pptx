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236e8b45b4773" /><Relationship Type="http://schemas.openxmlformats.org/officeDocument/2006/relationships/extended-properties" Target="/docProps/app.xml" Id="R447ce3360bec479d" /><Relationship Type="http://schemas.openxmlformats.org/officeDocument/2006/relationships/officeDocument" Target="/ppt/presentation.xml" Id="R8d96851dafa94b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6fdaa2c31426d"/>
  </p:sldMasterIdLst>
  <p:notesMasterIdLst>
    <p:notesMasterId xmlns:r="http://schemas.openxmlformats.org/officeDocument/2006/relationships" r:id="R27940fbd2a9b497b"/>
  </p:notesMasterIdLst>
  <p:sldIdLst>
    <p:sldId xmlns:r="http://schemas.openxmlformats.org/officeDocument/2006/relationships" id="256" r:id="R14cbcecbef8c4371"/>
    <p:sldId xmlns:r="http://schemas.openxmlformats.org/officeDocument/2006/relationships" id="257" r:id="R737566c104844454"/>
    <p:sldId xmlns:r="http://schemas.openxmlformats.org/officeDocument/2006/relationships" id="258" r:id="R61c417c721c54129"/>
    <p:sldId xmlns:r="http://schemas.openxmlformats.org/officeDocument/2006/relationships" id="259" r:id="R3582d6a9c7044d56"/>
    <p:sldId xmlns:r="http://schemas.openxmlformats.org/officeDocument/2006/relationships" id="260" r:id="Ra039c88e7a53499c"/>
    <p:sldId xmlns:r="http://schemas.openxmlformats.org/officeDocument/2006/relationships" id="261" r:id="R4fbd4f2819514c51"/>
    <p:sldId xmlns:r="http://schemas.openxmlformats.org/officeDocument/2006/relationships" id="262" r:id="R8cb2d092dabb4f64"/>
    <p:sldId xmlns:r="http://schemas.openxmlformats.org/officeDocument/2006/relationships" id="263" r:id="R905cf68c6db3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6abc1cb69641c9" /><Relationship Type="http://schemas.openxmlformats.org/officeDocument/2006/relationships/slideMaster" Target="/ppt/slideMasters/slideMaster1.xml" Id="R21d6fdaa2c31426d" /><Relationship Type="http://schemas.openxmlformats.org/officeDocument/2006/relationships/notesMaster" Target="/ppt/notesMasters/notesMaster1.xml" Id="R27940fbd2a9b497b" /><Relationship Type="http://schemas.openxmlformats.org/officeDocument/2006/relationships/presProps" Target="/ppt/presProps.xml" Id="Re0df34ed2b4046cd" /><Relationship Type="http://schemas.openxmlformats.org/officeDocument/2006/relationships/tableStyles" Target="/ppt/tableStyles.xml" Id="R6c7f516a0e1d4a8f" /><Relationship Type="http://schemas.openxmlformats.org/officeDocument/2006/relationships/slide" Target="/ppt/slides/slide1.xml" Id="R14cbcecbef8c4371" /><Relationship Type="http://schemas.openxmlformats.org/officeDocument/2006/relationships/slide" Target="/ppt/slides/slide2.xml" Id="R737566c104844454" /><Relationship Type="http://schemas.openxmlformats.org/officeDocument/2006/relationships/slide" Target="/ppt/slides/slide3.xml" Id="R61c417c721c54129" /><Relationship Type="http://schemas.openxmlformats.org/officeDocument/2006/relationships/slide" Target="/ppt/slides/slide4.xml" Id="R3582d6a9c7044d56" /><Relationship Type="http://schemas.openxmlformats.org/officeDocument/2006/relationships/slide" Target="/ppt/slides/slide5.xml" Id="Ra039c88e7a53499c" /><Relationship Type="http://schemas.openxmlformats.org/officeDocument/2006/relationships/slide" Target="/ppt/slides/slide6.xml" Id="R4fbd4f2819514c51" /><Relationship Type="http://schemas.openxmlformats.org/officeDocument/2006/relationships/slide" Target="/ppt/slides/slide7.xml" Id="R8cb2d092dabb4f64" /><Relationship Type="http://schemas.openxmlformats.org/officeDocument/2006/relationships/slide" Target="/ppt/slides/slide8.xml" Id="R905cf68c6db3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d946d09922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cccfc907284095" /><Relationship Type="http://schemas.openxmlformats.org/officeDocument/2006/relationships/notesMaster" Target="/ppt/notesMasters/notesMaster1.xml" Id="R81fe9178a0d349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f29896218946a1" /><Relationship Type="http://schemas.openxmlformats.org/officeDocument/2006/relationships/notesMaster" Target="/ppt/notesMasters/notesMaster1.xml" Id="Rf0843b7f2411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a347ba04884260" /><Relationship Type="http://schemas.openxmlformats.org/officeDocument/2006/relationships/notesMaster" Target="/ppt/notesMasters/notesMaster1.xml" Id="Rd20500583c514e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8c64bc5565472a" /><Relationship Type="http://schemas.openxmlformats.org/officeDocument/2006/relationships/notesMaster" Target="/ppt/notesMasters/notesMaster1.xml" Id="Rc44a08ab4747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21cdd4cc941b1" /><Relationship Type="http://schemas.openxmlformats.org/officeDocument/2006/relationships/notesMaster" Target="/ppt/notesMasters/notesMaster1.xml" Id="Rb6d5a14971e14f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68d958a5a4d40" /><Relationship Type="http://schemas.openxmlformats.org/officeDocument/2006/relationships/notesMaster" Target="/ppt/notesMasters/notesMaster1.xml" Id="Rd29e17a288e94a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218a270134e80" /><Relationship Type="http://schemas.openxmlformats.org/officeDocument/2006/relationships/notesMaster" Target="/ppt/notesMasters/notesMaster1.xml" Id="Rd3e3edc0b8cb46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eeed4e45644316" /><Relationship Type="http://schemas.openxmlformats.org/officeDocument/2006/relationships/notesMaster" Target="/ppt/notesMasters/notesMaster1.xml" Id="Rc4124e05b8d845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Inspect before sanding and Abrasive grit, scratch pattern and sanding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Select a finish for the chair’s use—not simply its colour and Coating, drying, curing and de-nibbing.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Finish defects are symptoms with causes and Industry quality is built into the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7bcdff2bb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3ab3138dd4744" /><Relationship Type="http://schemas.openxmlformats.org/officeDocument/2006/relationships/slideLayout" Target="/ppt/slideLayouts/slideLayout1.xml" Id="Rfb5e34b4482c47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5e34b4482c47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52c98d4a947e1" /><Relationship Type="http://schemas.openxmlformats.org/officeDocument/2006/relationships/image" Target="/ppt/media/image.png" Id="R3b24c825b9b04519" /><Relationship Type="http://schemas.openxmlformats.org/officeDocument/2006/relationships/notesSlide" Target="/ppt/notesSlides/notesSlide1.xml" Id="Rfc26252dbe63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d5801115b44ac" /><Relationship Type="http://schemas.openxmlformats.org/officeDocument/2006/relationships/notesSlide" Target="/ppt/notesSlides/notesSlide2.xml" Id="R44cd1b4efe7a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be18b0fe74c77" /><Relationship Type="http://schemas.openxmlformats.org/officeDocument/2006/relationships/notesSlide" Target="/ppt/notesSlides/notesSlide3.xml" Id="Rbabc17492a60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3af94aab049dc" /><Relationship Type="http://schemas.openxmlformats.org/officeDocument/2006/relationships/notesSlide" Target="/ppt/notesSlides/notesSlide4.xml" Id="R3a09f53bb580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ec1b957846d8" /><Relationship Type="http://schemas.openxmlformats.org/officeDocument/2006/relationships/notesSlide" Target="/ppt/notesSlides/notesSlide5.xml" Id="Rdfea6dc710be4e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dbbe3f9834d99" /><Relationship Type="http://schemas.openxmlformats.org/officeDocument/2006/relationships/notesSlide" Target="/ppt/notesSlides/notesSlide6.xml" Id="R5916512b1c3547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f6abc925e4897" /><Relationship Type="http://schemas.openxmlformats.org/officeDocument/2006/relationships/notesSlide" Target="/ppt/notesSlides/notesSlide7.xml" Id="R619083f5855b4c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03b8ce58b4f25" /><Relationship Type="http://schemas.openxmlformats.org/officeDocument/2006/relationships/notesSlide" Target="/ppt/notesSlides/notesSlide8.xml" Id="Rf7d30ede09f849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955D7-BF6E-4D0F-8827-36EE7861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1EDE-A633-47A6-842B-BBEE36C4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873E9-B1B6-4403-833E-92D2354E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9E925-E1A7-4ADE-9BF7-F6E6BEE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Surface preparation, finishing systems, defect correction and industry quality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41A25-48FA-4EA9-AA13-AD972A91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13–14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33C06-0890-4714-97A1-D751322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5B55F-14B9-43A9-A3AE-8DD1A5C6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78450-47C9-4C17-9D4F-A5CD7EB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4c825b9b04519"/>
          <a:stretch xmlns:a="http://schemas.openxmlformats.org/drawingml/2006/main"/>
        </p:blipFill>
        <p:spPr>
          <a:xfrm xmlns:a="http://schemas.openxmlformats.org/drawingml/2006/main">
            <a:off x="7927460" y="1123950"/>
            <a:ext cx="3176031" cy="44958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738611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940F0-554A-44F4-A2D8-1733381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440D-A0F5-4BF4-945F-CB7B8767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F0D66-281D-4DDC-987E-570979D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94FBD-035D-4D17-B575-6D0F4F6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831DB-6A1A-4FEC-9BD4-DAC84E41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88B0A-0B69-43FC-85CA-A128FC77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437F-6A04-43BC-A587-5EFD561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83828-A013-4431-BF95-ACF1637F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Inspect before sanding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44251-1E02-40B7-A2D6-9EB3BA9D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2A980-D525-453F-98FE-30C5D34F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64554-5D0A-4A35-8EC9-A49097A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Abrasive grit, scratch pattern and sanding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AA7DB-C06A-4B75-AA13-A21C179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DE3F8-36C5-4EAD-821D-3AFEC3A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69B52-7C7C-4371-B549-BDF187B4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Select a finish for the chair’s use—not simply its colour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6D1F5-01C6-4D7C-B23B-42E21E0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8C57B-8753-4EE6-AAAF-3FFF083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DA975-4400-432A-AF9F-D1AA3DD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Coating, drying, curing and de-nibbing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37E51-A9FD-4BF9-A909-922CB61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85134-5273-4440-8F29-AC3BDED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91E1F-3C9E-45D4-A0CB-E8F32BD4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Finish defects are symptoms with causes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0FFFE-3C10-4240-A17E-C22131E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260B2-2976-486D-8478-B38C77A2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E20D1-36E0-4901-A562-5BC45E46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Industry quality is built into the process</a:t>
            </a:r>
          </a:p>
        </p:txBody>
      </p:sp>
    </p:spTree>
    <p:extLst>
      <p:ext uri="{BB962C8B-B14F-4D97-AF65-F5344CB8AC3E}">
        <p14:creationId xmlns:p14="http://schemas.microsoft.com/office/powerpoint/2010/main" val="1340571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66E39-6A5A-4961-B8B3-793511D2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FE7F8-CF97-4C39-80FF-BE7D2A31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0213-C2D5-4D5D-8D9D-45D333A4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A68AD-72FE-4E2C-9B32-26BD0B9B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Inspect before sanding + Abrasive grit, scratch pattern…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21419-F9ED-484F-9DB9-9D939A5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A465-78E6-4646-A025-761F68F5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Inspect before sanding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DC6F9-9A34-4A5C-AAE0-DA31521A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Surface preparation begins with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53279-9FAF-4203-8EAC-01D6302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28B95-7406-4AFD-B23D-1D23600A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Abrasive grit, scratch pattern and sanding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6109F-7DAB-44EF-90A7-3F5EA981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Abrasive paper contains cutting particles.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9EE63-E5E9-4705-9789-619B017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4876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A054-EEC5-49A5-82C1-0EF3EF54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FF6D7-1FFB-4175-BEC6-B98242DD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33F04-21F1-4E9A-BA69-CA7FE51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EF41-2141-480A-BD31-4369564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Select a finish for the chair’s use—not simply its…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6158E-5518-4E6C-A759-920DBEE3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8E0C-22D8-4D69-8ED1-93096B1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Select a finish for the chair’s use—not simply its colour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9D9F1-D87D-4F60-94C7-B83B3B3A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finish changes appearance and can reduce moisture exchange, staining and surface wear.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67563-396E-41DD-8541-615D4D63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19408-9242-4369-A53E-9B1E85D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Coating, drying, curing and de-nibbing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415D0-383B-4CF6-A0EC-2D9A77A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Application method depends on the selected product and school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6AEE8-CAE0-4B3A-BD34-185F82F7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66032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8741-533B-4A3A-AD17-F4A196E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5D787-AC74-491E-922F-E756767A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992A9-64D8-48CF-9597-EBCDCEC8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3A8C9-D825-479F-82DF-CA3932F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Finish defects are symptoms with causes + Industry…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6EE4-6AD7-46D5-96AD-9BE6A70E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1DC78-5A66-4A17-9038-6163829D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Finish defects are symptoms with causes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543D4-8786-42F0-B0A4-9EEEA0E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safest correction depends on the product and its state of cure.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8B711-084F-45D6-A576-DF95299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2DCE-FF52-46D2-B711-3315DA6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Industry quality is built into the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FBAC-B950-4A46-A136-2C825B9B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Timber and furniture workplaces use drawings, job sheets, safe procedures, jigs, sampling, inspection and traceable records to achieve consistent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A0920-CB72-474B-8321-47C728C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61132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D9813-96AE-4B26-A9BB-F7DA553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14484-8409-401D-9546-4EADD56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6ACB3-C0F1-424F-94CF-87345C3A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A580F-F307-460E-9EB2-54AE852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56EBF-454D-4F86-A8E9-B293A81D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EE37-366D-4E64-A3DC-E942C570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Inspect before sanding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3A9D1-4445-44D7-9B63-FE132181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CA336-5182-4C4A-8F83-8F794CEB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Coating, drying, curing and de-nibbing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EB07F-7516-49A0-8EF4-D608BC6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0CB36-836A-46F6-BF1C-30F637EE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Industry quality is built into the process</a:t>
            </a:r>
          </a:p>
        </p:txBody>
      </p:sp>
    </p:spTree>
    <p:extLst>
      <p:ext uri="{BB962C8B-B14F-4D97-AF65-F5344CB8AC3E}">
        <p14:creationId xmlns:p14="http://schemas.microsoft.com/office/powerpoint/2010/main" val="1047508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1C452-BB71-4A96-B5E7-158C157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12739-27A1-4EC7-9857-1C99791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D24E-B71E-4F9C-8978-9C9758E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A8AEF-518E-4A18-8C15-D85B0B3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41621-339E-4EC4-9CF8-521036C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AC171-68B5-4892-B792-BBE8623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88531-ED27-4336-B918-46F0109F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7BE70-00EC-4A7D-9B3F-F53A3667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797D3-C00D-4D1F-B74D-7ACB3924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B272A-0855-40CE-ABEF-3EA40980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97194-E8A0-4A00-A898-5F586DCA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C8F3D-5303-483F-8618-68AFEF4A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8DA2-2EA0-47BB-9B97-0B2DF9BC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E1346-E33A-48D1-85F3-2F1B11A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53430-0FC7-46D2-A0E1-AB7B8E7C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5456076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3484B-591B-4D97-870D-7D3F3D5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4E2AD-042B-4997-A45D-E69E9BE1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FF034-F5DD-46A8-B570-85ACED02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27D2-120C-4290-9080-9362ACBB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C2E3F-ECDC-4028-A47D-02F11A29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895BC-3ADE-44E3-9D14-5DDD623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43812-FCD6-4B44-8D57-ED2BEBA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Inspect before sanding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8FFC4-6465-4269-BC54-1AF491F7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63310-CF8A-4135-B341-D2C6773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CDC86-D71F-4568-98E6-381599A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7AEC6-6ECF-4ABD-9751-065D4929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68AE3-842C-4C06-BB96-92805CCD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89489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2026-08-16T02:12:46.0300000Z</dcterms:created>
  <dcterms:modified xsi:type="dcterms:W3CDTF">2026-08-16T02:12:46.0300000Z</dcterms:modified>
</coreProperties>
</file>