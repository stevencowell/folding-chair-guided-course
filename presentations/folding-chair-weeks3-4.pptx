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9b8e84302a457c" /><Relationship Type="http://schemas.openxmlformats.org/officeDocument/2006/relationships/extended-properties" Target="/docProps/app.xml" Id="R75c9d80693784b9d" /><Relationship Type="http://schemas.openxmlformats.org/officeDocument/2006/relationships/officeDocument" Target="/ppt/presentation.xml" Id="Ra5c1857b8b89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5ba0aa1904372"/>
  </p:sldMasterIdLst>
  <p:notesMasterIdLst>
    <p:notesMasterId xmlns:r="http://schemas.openxmlformats.org/officeDocument/2006/relationships" r:id="R5c9aba3aff0a4290"/>
  </p:notesMasterIdLst>
  <p:sldIdLst>
    <p:sldId xmlns:r="http://schemas.openxmlformats.org/officeDocument/2006/relationships" id="256" r:id="R8d130c3734734a25"/>
    <p:sldId xmlns:r="http://schemas.openxmlformats.org/officeDocument/2006/relationships" id="257" r:id="R6a8f33e8b48c4008"/>
    <p:sldId xmlns:r="http://schemas.openxmlformats.org/officeDocument/2006/relationships" id="258" r:id="Rca761e6aa6024545"/>
    <p:sldId xmlns:r="http://schemas.openxmlformats.org/officeDocument/2006/relationships" id="259" r:id="Rc0eae3c1d3234257"/>
    <p:sldId xmlns:r="http://schemas.openxmlformats.org/officeDocument/2006/relationships" id="260" r:id="R2d015989cdd74787"/>
    <p:sldId xmlns:r="http://schemas.openxmlformats.org/officeDocument/2006/relationships" id="261" r:id="Rdfae94338bee4988"/>
    <p:sldId xmlns:r="http://schemas.openxmlformats.org/officeDocument/2006/relationships" id="262" r:id="R539d164657c04833"/>
    <p:sldId xmlns:r="http://schemas.openxmlformats.org/officeDocument/2006/relationships" id="263" r:id="R0fcfaa29e6b447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15ea48e9a4b5b" /><Relationship Type="http://schemas.openxmlformats.org/officeDocument/2006/relationships/slideMaster" Target="/ppt/slideMasters/slideMaster1.xml" Id="R9605ba0aa1904372" /><Relationship Type="http://schemas.openxmlformats.org/officeDocument/2006/relationships/notesMaster" Target="/ppt/notesMasters/notesMaster1.xml" Id="R5c9aba3aff0a4290" /><Relationship Type="http://schemas.openxmlformats.org/officeDocument/2006/relationships/presProps" Target="/ppt/presProps.xml" Id="R176584a7d1a24ae3" /><Relationship Type="http://schemas.openxmlformats.org/officeDocument/2006/relationships/tableStyles" Target="/ppt/tableStyles.xml" Id="R3dac568734f946e0" /><Relationship Type="http://schemas.openxmlformats.org/officeDocument/2006/relationships/slide" Target="/ppt/slides/slide1.xml" Id="R8d130c3734734a25" /><Relationship Type="http://schemas.openxmlformats.org/officeDocument/2006/relationships/slide" Target="/ppt/slides/slide2.xml" Id="R6a8f33e8b48c4008" /><Relationship Type="http://schemas.openxmlformats.org/officeDocument/2006/relationships/slide" Target="/ppt/slides/slide3.xml" Id="Rca761e6aa6024545" /><Relationship Type="http://schemas.openxmlformats.org/officeDocument/2006/relationships/slide" Target="/ppt/slides/slide4.xml" Id="Rc0eae3c1d3234257" /><Relationship Type="http://schemas.openxmlformats.org/officeDocument/2006/relationships/slide" Target="/ppt/slides/slide5.xml" Id="R2d015989cdd74787" /><Relationship Type="http://schemas.openxmlformats.org/officeDocument/2006/relationships/slide" Target="/ppt/slides/slide6.xml" Id="Rdfae94338bee4988" /><Relationship Type="http://schemas.openxmlformats.org/officeDocument/2006/relationships/slide" Target="/ppt/slides/slide7.xml" Id="R539d164657c04833" /><Relationship Type="http://schemas.openxmlformats.org/officeDocument/2006/relationships/slide" Target="/ppt/slides/slide8.xml" Id="R0fcfaa29e6b447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e1f38132b45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404b9f1884b00" /><Relationship Type="http://schemas.openxmlformats.org/officeDocument/2006/relationships/notesMaster" Target="/ppt/notesMasters/notesMaster1.xml" Id="Rfa634e7747a443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16cc62f114485" /><Relationship Type="http://schemas.openxmlformats.org/officeDocument/2006/relationships/notesMaster" Target="/ppt/notesMasters/notesMaster1.xml" Id="Re6c947a2dda949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5ff0a800fb4b02" /><Relationship Type="http://schemas.openxmlformats.org/officeDocument/2006/relationships/notesMaster" Target="/ppt/notesMasters/notesMaster1.xml" Id="Rb51387b9522d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69031fc824adc" /><Relationship Type="http://schemas.openxmlformats.org/officeDocument/2006/relationships/notesMaster" Target="/ppt/notesMasters/notesMaster1.xml" Id="Rcd42f22add51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22385aa14469a" /><Relationship Type="http://schemas.openxmlformats.org/officeDocument/2006/relationships/notesMaster" Target="/ppt/notesMasters/notesMaster1.xml" Id="R8a03292b80a1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32305a64ef4d93" /><Relationship Type="http://schemas.openxmlformats.org/officeDocument/2006/relationships/notesMaster" Target="/ppt/notesMasters/notesMaster1.xml" Id="R7b33e57df9f24e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cb8d689ee64f5f" /><Relationship Type="http://schemas.openxmlformats.org/officeDocument/2006/relationships/notesMaster" Target="/ppt/notesMasters/notesMaster1.xml" Id="Raadcf43187fa47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96b1961dd64a31" /><Relationship Type="http://schemas.openxmlformats.org/officeDocument/2006/relationships/notesMaster" Target="/ppt/notesMasters/notesMaster1.xml" Id="Ra30692fc9f1f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From working drawing to cutting list and Selecting timber and recognising distortion.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Dressing timber with the FEWTEL sequence and How a mortise-and-tenon joint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Hollow-chisel mortiser: setup, operation and test 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229ab7d79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577b1cf644657" /><Relationship Type="http://schemas.openxmlformats.org/officeDocument/2006/relationships/slideLayout" Target="/ppt/slideLayouts/slideLayout1.xml" Id="Rb6546866f95745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46866f95745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be2e11d224604" /><Relationship Type="http://schemas.openxmlformats.org/officeDocument/2006/relationships/image" Target="/ppt/media/image.png" Id="Rd6922448e9f04f56" /><Relationship Type="http://schemas.openxmlformats.org/officeDocument/2006/relationships/notesSlide" Target="/ppt/notesSlides/notesSlide1.xml" Id="R526220bf22f844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f1d43a852451a" /><Relationship Type="http://schemas.openxmlformats.org/officeDocument/2006/relationships/notesSlide" Target="/ppt/notesSlides/notesSlide2.xml" Id="R28746b65fca0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56720af044767" /><Relationship Type="http://schemas.openxmlformats.org/officeDocument/2006/relationships/notesSlide" Target="/ppt/notesSlides/notesSlide3.xml" Id="R9d685c84eb37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99f4997df46e7" /><Relationship Type="http://schemas.openxmlformats.org/officeDocument/2006/relationships/notesSlide" Target="/ppt/notesSlides/notesSlide4.xml" Id="Rc7446596884d4b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d26f32e814537" /><Relationship Type="http://schemas.openxmlformats.org/officeDocument/2006/relationships/notesSlide" Target="/ppt/notesSlides/notesSlide5.xml" Id="Ra39d25f8fd4c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c0b12e63d455e" /><Relationship Type="http://schemas.openxmlformats.org/officeDocument/2006/relationships/notesSlide" Target="/ppt/notesSlides/notesSlide6.xml" Id="Rb0b75562a43f4b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c37c9b674de3" /><Relationship Type="http://schemas.openxmlformats.org/officeDocument/2006/relationships/notesSlide" Target="/ppt/notesSlides/notesSlide7.xml" Id="R300121c38aa244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1cb9c0fd04e4a" /><Relationship Type="http://schemas.openxmlformats.org/officeDocument/2006/relationships/notesSlide" Target="/ppt/notesSlides/notesSlide8.xml" Id="R80a2f1e273a341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D6275-3EBB-47A9-959D-A1DE6A3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E398-A55A-474D-9AFE-2B430C41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BC92-D036-4726-BCFC-92A09FC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8CFC-1BE7-470A-BAF9-6B4271B4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Cutting lists, timber preparation, FEWTEL and joinery foundations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CDD57-A24C-4EBC-A472-B4D3BF9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3–4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EF17A-A33F-48A4-BD54-300777ED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808CF-8B1A-4A30-AEBD-10C52E3B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D35D-EDD4-4199-8694-B9094A96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22448e9f04f56"/>
          <a:stretch xmlns:a="http://schemas.openxmlformats.org/drawingml/2006/main"/>
        </p:blipFill>
        <p:spPr>
          <a:xfrm xmlns:a="http://schemas.openxmlformats.org/drawingml/2006/main">
            <a:off x="7658100" y="2059517"/>
            <a:ext cx="3714750" cy="262466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641136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3DC0C-D45B-4AE6-A942-B01EB7C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59B8D-6787-4300-8F90-FD548D20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004FD-1802-4CBF-A118-D3BC610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EBFF3-7FCE-4156-9A3B-6B0B3E5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58255-BFA8-49D6-8795-210B3DE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DE75C-41C4-4F1B-99AD-568975F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C9AF9-0CB6-4D48-8CB2-69A1AC0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E1101-770F-4C5E-A91F-A363F1D5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From working drawing to cutting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3B858-E37A-4E3B-8C12-2B24C7FD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35F34-EC00-4A62-9A17-803B2919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77B62-A91A-4F9F-89DB-765B1485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Selecting timber and recognising distortion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92F9D-8EDE-4A11-9789-8CFC0E36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1B718-4EDA-49E1-9264-7C8D01F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90A0F-6738-46BD-83C5-6AE250E4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Dressing timber with the FEWTEL 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572B5-0DC8-4729-90A3-F3A1E355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A6D85-9AFD-42C5-A999-90D9A48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8715C-46FD-421B-960E-716042D7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How a mortise-and-tenon joint 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45FE2-5EB8-4135-AD7C-398848E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8DBB9-F4DC-4365-9006-603E0BD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A4161-D210-4651-868E-8F274CE6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Hollow-chisel mortiser: setup, operation and test fitting</a:t>
            </a:r>
          </a:p>
        </p:txBody>
      </p:sp>
    </p:spTree>
    <p:extLst>
      <p:ext uri="{BB962C8B-B14F-4D97-AF65-F5344CB8AC3E}">
        <p14:creationId xmlns:p14="http://schemas.microsoft.com/office/powerpoint/2010/main" val="235527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1CB59-6FEC-4BEA-B1F5-0C67A6A2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92C6C-F7AF-4B58-8BF0-D3F6C17B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B6BCC-7545-4283-B3A5-6166F98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2E2F2-A0A1-48DE-95A7-EAD264DB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From working drawing to cutting list + Selecting timber…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95F39-EE04-433B-94D1-DE3F3E5E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3AB56-950F-4B92-92CD-B5F1A7D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From working drawing to cutting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93A5B-059C-419A-9221-2753C816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cutting list is a manufacturing document produced from the working drawings.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77C9D-C47E-49FD-9A3A-270D38C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14A2C-113B-4FAE-B25C-C044576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Selecting timber and recognising distortion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B2D50-BDB9-4373-B632-ADF2523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Grain direction, growth rings, knots, moisture and storage conditions influence strength, appearance, machining behaviour and dimensional stability.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3CEF5-BC9C-4C96-873A-38552BD9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77531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717C2-0635-4583-A4DB-40161431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0A81E-EAC3-4A61-B1A9-D738217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6E6F7-CDC0-4ADB-9ECD-3BB688FB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D651-9F5C-4EAA-9250-171FF06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Dressing timber with the FEWTEL sequence + How a…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46FED-9F34-422A-936A-50634097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A57BB-29BB-4EF9-8247-CFD1EA7D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Dressing timber with the FEWTEL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776D-79D8-4543-AA54-51AA7C2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FEWTEL—Face, Edge, Width, Thickness, End and Length—is a controlled sequence for producing timber that is flat, straight, square and consistently sized.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5C8DC-DFFF-4287-B350-69BAA4E4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C296-5AC3-4D86-BD7A-D50E4F0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How a mortise-and-tenon joint 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3792B-24F3-4B1C-9770-6326EEAE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mortise is a rectangular cavity cut into one component.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3DDD4-23C8-433D-AEE0-297C584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38512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8838D-C5A9-49ED-9C38-EDFB4C26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82FB-E7DE-4A6E-B09B-417F3A2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BC435-2A94-441A-B122-A6518887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298F-E0D1-44D3-83D1-5BAD245C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Hollow-chisel mortiser: setup, operation and test fitting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59F4C-114B-4A34-AAD5-B0035FC4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6C2D1-E2E7-4A51-8F5A-03F24E57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1CF11-7BF5-4589-9592-CD938DEE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hollow-chisel mortiser combines a rotating auger bit with a square outer chisel.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72DCF-F1C5-446D-BDC3-42E06A8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690D6-1C3F-467C-A10E-8C91CE6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D3896-FCF0-4F3D-A4FF-374454E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auger removes most of the waste and carries chips upward, while the chisel pares the corners square.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7477B-C79C-480B-AD55-1833ECF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3D5A8-4715-4F5D-B09A-DF5BDC8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42097-5210-47A4-9CF5-57BF4099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Correct clearance between the bit and chisel is essential so the bit can rotate freely and chips can escape.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6048C-1E25-4B4C-BF0F-AFEDD4B8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12642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65577-C40C-486A-A146-9FBB514D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8DB13-4341-462E-B19A-83DF5513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DB060-E54D-4435-BDE5-361B0DC7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855F6-551D-48CB-9503-255DA6C6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F9D54-C85E-4BD5-A6A6-DEB1BEBE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023CC-E963-486D-A5B0-E440F41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From working drawing to cutting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E9369-8750-4473-9D4C-6F0C906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F72A4-FD62-425F-9A8C-2005D99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Dressing timber with the FEWTEL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B449C-3A27-4E1E-9226-580D5A92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49DE5-101A-4D90-93A3-7089EF6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Hollow-chisel mortiser: setup, operation and test fitting</a:t>
            </a:r>
          </a:p>
        </p:txBody>
      </p:sp>
    </p:spTree>
    <p:extLst>
      <p:ext uri="{BB962C8B-B14F-4D97-AF65-F5344CB8AC3E}">
        <p14:creationId xmlns:p14="http://schemas.microsoft.com/office/powerpoint/2010/main" val="14084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6FC72-6FB7-4C05-A16A-5DD5FD7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4A9FD-D427-49E8-AC74-EBC361A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25D3E-FDF2-4B72-8D81-B4A5316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C3CCF-DF6C-424A-845E-A576CA0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085C2-6714-4033-9E9B-FF95BBF3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5293E-233F-4D93-9112-E3AAD44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991DB-63B3-403A-8532-05C9143C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DA02A-D09E-4082-8E27-ECFF989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4A4D9-326D-47BD-8A16-7C2112F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0210F-6066-4BC9-93C6-95A920D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24FC5-0AFD-417D-BD81-29CCC6AE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AFFA0-8F19-4405-B7CB-78DFFDB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474B5-7AC4-435A-A111-B2C5D14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BED16-D540-47E7-B8F4-24B69A5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C7A6B-A4FB-497D-9D69-B4816E0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178527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63436-6C37-46E4-9932-129932F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48E39-B6A8-43E9-9B7D-7555A8E1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08194-D501-47D0-9061-2975B03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683A9-B96A-4519-9B0B-A7EBB5FE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29F1F-0ECE-423C-9FDC-035A3A9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BFFC5-ED6B-4A39-8475-10E64C6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33D95-1810-42BD-AFA5-49748BB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From working drawing to cutting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8F989-BA7C-46F1-BDB1-BD71C3D6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22EC9-1E19-4CBA-B996-CB8E722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24F5C-55E2-4330-BC0D-2AD6EEB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0A5A0-3FC0-4C89-8002-C5FBF72F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2C46C-703E-41D0-81A5-B58EC78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348129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2026-08-16T02:12:43.5710000Z</dcterms:created>
  <dcterms:modified xsi:type="dcterms:W3CDTF">2026-08-16T02:12:43.5710000Z</dcterms:modified>
</coreProperties>
</file>