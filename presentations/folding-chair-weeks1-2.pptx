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59790fbde4754" /><Relationship Type="http://schemas.openxmlformats.org/officeDocument/2006/relationships/extended-properties" Target="/docProps/app.xml" Id="R97367a281bc44faf" /><Relationship Type="http://schemas.openxmlformats.org/officeDocument/2006/relationships/officeDocument" Target="/ppt/presentation.xml" Id="R4bd3b5d78277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feff540088495c"/>
  </p:sldMasterIdLst>
  <p:notesMasterIdLst>
    <p:notesMasterId xmlns:r="http://schemas.openxmlformats.org/officeDocument/2006/relationships" r:id="Rd7cf25e5a9854dfc"/>
  </p:notesMasterIdLst>
  <p:sldIdLst>
    <p:sldId xmlns:r="http://schemas.openxmlformats.org/officeDocument/2006/relationships" id="256" r:id="R2b0cbc571b4741de"/>
    <p:sldId xmlns:r="http://schemas.openxmlformats.org/officeDocument/2006/relationships" id="257" r:id="R823a8786909245ef"/>
    <p:sldId xmlns:r="http://schemas.openxmlformats.org/officeDocument/2006/relationships" id="258" r:id="R92f1976aa9c842c7"/>
    <p:sldId xmlns:r="http://schemas.openxmlformats.org/officeDocument/2006/relationships" id="259" r:id="R46261f9dc8064a05"/>
    <p:sldId xmlns:r="http://schemas.openxmlformats.org/officeDocument/2006/relationships" id="260" r:id="R16af8f44e19f44e5"/>
    <p:sldId xmlns:r="http://schemas.openxmlformats.org/officeDocument/2006/relationships" id="261" r:id="Raccfd7a932824f49"/>
    <p:sldId xmlns:r="http://schemas.openxmlformats.org/officeDocument/2006/relationships" id="262" r:id="Rc668462557b94b20"/>
    <p:sldId xmlns:r="http://schemas.openxmlformats.org/officeDocument/2006/relationships" id="263" r:id="R6645520da5b147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0dc584275463a" /><Relationship Type="http://schemas.openxmlformats.org/officeDocument/2006/relationships/slideMaster" Target="/ppt/slideMasters/slideMaster1.xml" Id="R84feff540088495c" /><Relationship Type="http://schemas.openxmlformats.org/officeDocument/2006/relationships/notesMaster" Target="/ppt/notesMasters/notesMaster1.xml" Id="Rd7cf25e5a9854dfc" /><Relationship Type="http://schemas.openxmlformats.org/officeDocument/2006/relationships/presProps" Target="/ppt/presProps.xml" Id="R8dcfd9c2603e4540" /><Relationship Type="http://schemas.openxmlformats.org/officeDocument/2006/relationships/tableStyles" Target="/ppt/tableStyles.xml" Id="R2341fc8017484cde" /><Relationship Type="http://schemas.openxmlformats.org/officeDocument/2006/relationships/slide" Target="/ppt/slides/slide1.xml" Id="R2b0cbc571b4741de" /><Relationship Type="http://schemas.openxmlformats.org/officeDocument/2006/relationships/slide" Target="/ppt/slides/slide2.xml" Id="R823a8786909245ef" /><Relationship Type="http://schemas.openxmlformats.org/officeDocument/2006/relationships/slide" Target="/ppt/slides/slide3.xml" Id="R92f1976aa9c842c7" /><Relationship Type="http://schemas.openxmlformats.org/officeDocument/2006/relationships/slide" Target="/ppt/slides/slide4.xml" Id="R46261f9dc8064a05" /><Relationship Type="http://schemas.openxmlformats.org/officeDocument/2006/relationships/slide" Target="/ppt/slides/slide5.xml" Id="R16af8f44e19f44e5" /><Relationship Type="http://schemas.openxmlformats.org/officeDocument/2006/relationships/slide" Target="/ppt/slides/slide6.xml" Id="Raccfd7a932824f49" /><Relationship Type="http://schemas.openxmlformats.org/officeDocument/2006/relationships/slide" Target="/ppt/slides/slide7.xml" Id="Rc668462557b94b20" /><Relationship Type="http://schemas.openxmlformats.org/officeDocument/2006/relationships/slide" Target="/ppt/slides/slide8.xml" Id="R6645520da5b147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545e81b54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8a7e60b36a4793" /><Relationship Type="http://schemas.openxmlformats.org/officeDocument/2006/relationships/notesMaster" Target="/ppt/notesMasters/notesMaster1.xml" Id="Rc90eed9c324c4a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5b9360fc9c4f23" /><Relationship Type="http://schemas.openxmlformats.org/officeDocument/2006/relationships/notesMaster" Target="/ppt/notesMasters/notesMaster1.xml" Id="Rcc3d99f08aa1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e52c593b8c470b" /><Relationship Type="http://schemas.openxmlformats.org/officeDocument/2006/relationships/notesMaster" Target="/ppt/notesMasters/notesMaster1.xml" Id="Ra9aeb20ccdc5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2736a298854ab2" /><Relationship Type="http://schemas.openxmlformats.org/officeDocument/2006/relationships/notesMaster" Target="/ppt/notesMasters/notesMaster1.xml" Id="R12f2a2997f944f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92d8cfbb94c4a" /><Relationship Type="http://schemas.openxmlformats.org/officeDocument/2006/relationships/notesMaster" Target="/ppt/notesMasters/notesMaster1.xml" Id="Rb5dd780b7779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900c6ed9974401" /><Relationship Type="http://schemas.openxmlformats.org/officeDocument/2006/relationships/notesMaster" Target="/ppt/notesMasters/notesMaster1.xml" Id="R9f45f44098c7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c1456539c483c" /><Relationship Type="http://schemas.openxmlformats.org/officeDocument/2006/relationships/notesMaster" Target="/ppt/notesMasters/notesMaster1.xml" Id="Rc6eb8faccc7545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114ef374ec45f6" /><Relationship Type="http://schemas.openxmlformats.org/officeDocument/2006/relationships/notesMaster" Target="/ppt/notesMasters/notesMaster1.xml" Id="R5f1f598dac094d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Understanding the project brief and Reading the working drawings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How the folding mechanism and hardware work and Design criteria, sketches and justified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Datums, face side, face edge and accurate mark-out and Matching and mirrored chair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weeks1-2/index.html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c35bec23048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c825a9c43437c" /><Relationship Type="http://schemas.openxmlformats.org/officeDocument/2006/relationships/slideLayout" Target="/ppt/slideLayouts/slideLayout1.xml" Id="R1e0a1fa1252b41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a1fa1252b41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557014b194ad1" /><Relationship Type="http://schemas.openxmlformats.org/officeDocument/2006/relationships/image" Target="/ppt/media/image.png" Id="Rcd8375bf460d40dd" /><Relationship Type="http://schemas.openxmlformats.org/officeDocument/2006/relationships/notesSlide" Target="/ppt/notesSlides/notesSlide1.xml" Id="Re397e7a18959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ae9f1f9d84ec7" /><Relationship Type="http://schemas.openxmlformats.org/officeDocument/2006/relationships/notesSlide" Target="/ppt/notesSlides/notesSlide2.xml" Id="R7adbb7aa1a37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6aa1ba2a545b0" /><Relationship Type="http://schemas.openxmlformats.org/officeDocument/2006/relationships/notesSlide" Target="/ppt/notesSlides/notesSlide3.xml" Id="R1acd11c8b663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84e008d1e4532" /><Relationship Type="http://schemas.openxmlformats.org/officeDocument/2006/relationships/notesSlide" Target="/ppt/notesSlides/notesSlide4.xml" Id="Rdd75e43831c440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374c0ad574449" /><Relationship Type="http://schemas.openxmlformats.org/officeDocument/2006/relationships/notesSlide" Target="/ppt/notesSlides/notesSlide5.xml" Id="R7c403747b1ae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aff3cbbc45cd" /><Relationship Type="http://schemas.openxmlformats.org/officeDocument/2006/relationships/notesSlide" Target="/ppt/notesSlides/notesSlide6.xml" Id="R66589334ced3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f3a5be6934813" /><Relationship Type="http://schemas.openxmlformats.org/officeDocument/2006/relationships/notesSlide" Target="/ppt/notesSlides/notesSlide7.xml" Id="Rf8ea75c2906a44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0dedd12a45a2" /><Relationship Type="http://schemas.openxmlformats.org/officeDocument/2006/relationships/notesSlide" Target="/ppt/notesSlides/notesSlide8.xml" Id="R6f016a58e13e4a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A1D4B-4912-4CB9-9EE0-34A3ABBF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402BE-B231-4C37-988B-12526A4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50065-67FA-498C-9D62-3B5DADD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2D049-CE13-4B75-A2FE-75F9306A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Project brief, plans, WHS, design and accurate mark-out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CE27E-7862-4930-A7D8-966B0B2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1–2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D080-D6F1-4FD2-A9D1-8530B70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CBA6A-53F7-4CDB-987D-496570E0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A8E23-886F-4F32-88EF-6388343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375bf460d40dd"/>
          <a:stretch xmlns:a="http://schemas.openxmlformats.org/drawingml/2006/main"/>
        </p:blipFill>
        <p:spPr>
          <a:xfrm xmlns:a="http://schemas.openxmlformats.org/drawingml/2006/main">
            <a:off x="7927460" y="1123950"/>
            <a:ext cx="3176031" cy="44958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267790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86084-5C74-424F-B56B-5034CC8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EBF33-4669-42D2-BD18-E925AA1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75F82-AE92-439E-BD4F-4E1D303B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63DBD-691B-4001-8C70-84606FB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DE96A-944B-4E29-A4AA-DB40D96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DE8FE-F6C9-4BA2-8EF7-2C606DC5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1E50B-04A4-4C5F-ACE1-57121E18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BB6FA-E8E2-44D9-956F-97CF92E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Understanding the project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80BDD-143D-41B7-BA67-30E224D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11D3E-482C-4106-9261-23AE4CC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49FDB-D5C2-4DEE-91E0-9517D9F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Reading the working drawings accurately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98A31-CF16-40B8-A518-BD6D777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0BC95-A9F1-4FB5-86AD-D88616A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920A1-5916-4056-B0D6-26E647F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How the folding mechanism and hardware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8D175-B9D5-4FBE-8189-E6FBC5E0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910AF-7D96-4DCB-BA24-C231BF1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E8698-A5E3-4AA7-A80C-20FB2B0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Design criteria, sketches and justified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45A44-B8CF-45ED-AA18-14746849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203F4-F30A-4BA2-8CF2-D659E763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32B8D-EB24-464F-B5A6-8C11A13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Datums, face side, face edge and accurate mark-out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F45F5-D638-44AB-85ED-1B7ED9B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CD4CA-CD61-4237-8553-D775052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7EACD-6D14-4F83-986D-8E3840D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Matching and mirrored chair components</a:t>
            </a:r>
          </a:p>
        </p:txBody>
      </p:sp>
    </p:spTree>
    <p:extLst>
      <p:ext uri="{BB962C8B-B14F-4D97-AF65-F5344CB8AC3E}">
        <p14:creationId xmlns:p14="http://schemas.microsoft.com/office/powerpoint/2010/main" val="1969109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146A5-BE3A-4689-9810-A11644F8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F1936-FC23-4472-84BB-8DE50C57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10327-D643-4439-996D-017DA810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0362-9E15-4EC0-8304-8893A21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Understanding the project brief + Reading the working…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B17F8-253B-4531-9CF9-7C03A70D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A8595-BE4D-4DA8-90E7-9C286CA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Understanding the project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0BE75-FB15-4AB6-BE7A-5CBF9E47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project brief is the starting point for design and manufacture.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7D92-4526-48F6-89C3-91116F41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56D0A-010F-4BE6-AAD0-4655B6A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Reading the working drawings accurately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2A1FE-1990-487B-95B8-26794F6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working drawing communicates exact information needed to manufacture the product.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AEA78-708B-40CE-87EC-5962AF20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70682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B9714-72A0-45A7-BF0A-02B81B11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1F547-566B-47BC-B5CC-3B51423D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02292-9432-443A-807B-A3F65C5A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F00A1-6F74-4088-BB88-29B6A406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How the folding mechanism and hardware work + Design…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77060-9781-4473-8C4A-7EA6B589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9A960-3AA5-4224-BEC0-E76860E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How the folding mechanism and hardware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C20DD-D23A-4AB6-82B7-2106BF8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pivot is the centre around which one component rotates relative to another.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0E3FA-2A54-4D55-894E-B9993DE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9C850-8891-4C32-9609-24CC971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Design criteria, sketches and justified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6B7A3-8204-49A1-BB75-735113F8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Design is a process of comparing alternatives against criteria.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DCF4D-5D0E-4ADF-BE7B-05A98C3B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465107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3BC40-85F8-4457-9B7B-CD89EB31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91364-5942-407B-8218-52B7BF0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4A351-8211-4F3D-B732-4534027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D5F6E-9B6C-4D95-9E05-6892D52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Datums, face side, face edge and accurate mark-out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D1B41-CCFC-44A4-A6CB-B584794E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34551-5ECD-4B1B-93AA-AAF5B026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Datums, face side, face edge and accurate mark-out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00DA9-7BB3-41FF-94AD-DA7CDD6C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datum is a fixed reference face, edge, point or line from which measurements are taken.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BBAF0-0304-48B0-9F09-FCBF8685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35031-73B8-4047-BFCD-51986784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Matching and mirrored chair 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B64F-9785-4A9E-A865-BCA15A0E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Matching components have the same dimensions and orientation.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E88D6-1343-4F19-A7AC-D936EF14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74234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A25D5-7959-44D3-B650-108D1EEE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52571-EA82-4D20-9517-BD7B40C7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F61E9-B8C3-4EC0-ABCC-E4F1D9B9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7A5FB-2D88-407B-8436-D6D6911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9D71F-37F4-42EA-A189-F0FC9B4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D4FF5-45DB-4B83-AEA5-0AAFB9FD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Understanding the project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F38F9-C82C-4FD7-AEC0-FEAA0EE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FCFA9-8A24-4049-93D8-46689792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Design criteria, sketches and justified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D7DCF-8FDA-4B03-A47B-418C056A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5C62F-FA47-42AB-9238-23E45537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Matching and mirrored chair components</a:t>
            </a:r>
          </a:p>
        </p:txBody>
      </p:sp>
    </p:spTree>
    <p:extLst>
      <p:ext uri="{BB962C8B-B14F-4D97-AF65-F5344CB8AC3E}">
        <p14:creationId xmlns:p14="http://schemas.microsoft.com/office/powerpoint/2010/main" val="11723530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E69E5-64D2-4AED-87FE-089A1BBA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71F2F-3BC7-4D0A-8822-06EBD74B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681E2-60E9-4921-BC39-902F3B1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66BAC-18BB-4C61-85C6-CAF652DE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47E87-6C96-4C2E-8167-A4DC92B7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656D6-7612-4182-B860-E34EECF7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F6D0E-8698-401C-82A8-5E2CA90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9C0D5-12C9-473C-99CB-DFDF38CA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7DC10-D26A-4AE0-BE04-9D013AC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FD813-CE58-465B-A233-EB4D052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F13C9-5E04-4ABE-B1AA-F4920960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0BEDC-0711-4A5D-946A-248BBFE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D332D-9582-4BB4-87C2-276FD27B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92AFF-3886-4284-BFEA-761837E3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B9004-AC2B-498B-8B9F-5CC910C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320931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78142-056D-4163-96FF-3D6D3127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ECC7F-1531-497C-AF87-1AA9D5C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A8FFC-94D0-428D-8A46-EEEDB5BD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1–2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C99BE-1B20-41BA-8E5B-59B0DE9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E7ABF-BBB4-46F7-A570-3D6115F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C8A81-B363-43CD-8424-5F3C9DA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BC022-2F7C-4412-8997-C8DF8158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Understanding the project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BEA6C-C45A-43C1-BC87-BDA6E0C7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54139-EE89-4763-A2E6-A85324D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EF435-EF56-4161-93D3-79E9109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B95AA-0637-48B9-8F7B-9F913D8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5A77-6DE8-424F-B0EB-21A93A6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29115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2026-08-16T02:12:43.0990000Z</dcterms:created>
  <dcterms:modified xsi:type="dcterms:W3CDTF">2026-08-16T02:12:43.0990000Z</dcterms:modified>
</coreProperties>
</file>