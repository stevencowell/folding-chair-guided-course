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1137e5542461f" /><Relationship Type="http://schemas.openxmlformats.org/officeDocument/2006/relationships/extended-properties" Target="/docProps/app.xml" Id="Reb65584b2dbe411a" /><Relationship Type="http://schemas.openxmlformats.org/officeDocument/2006/relationships/officeDocument" Target="/ppt/presentation.xml" Id="R6d9af05d6acf42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f4a0dffeb24b7b"/>
  </p:sldMasterIdLst>
  <p:notesMasterIdLst>
    <p:notesMasterId xmlns:r="http://schemas.openxmlformats.org/officeDocument/2006/relationships" r:id="Rf3184a12c2ee4195"/>
  </p:notesMasterIdLst>
  <p:sldIdLst>
    <p:sldId xmlns:r="http://schemas.openxmlformats.org/officeDocument/2006/relationships" id="256" r:id="Ra71a10c7011c4326"/>
    <p:sldId xmlns:r="http://schemas.openxmlformats.org/officeDocument/2006/relationships" id="257" r:id="R72f8f85e8884486f"/>
    <p:sldId xmlns:r="http://schemas.openxmlformats.org/officeDocument/2006/relationships" id="258" r:id="Rf1e61369074c4da7"/>
    <p:sldId xmlns:r="http://schemas.openxmlformats.org/officeDocument/2006/relationships" id="259" r:id="R1956f0e359e742cc"/>
    <p:sldId xmlns:r="http://schemas.openxmlformats.org/officeDocument/2006/relationships" id="260" r:id="R5270863e551a4eb5"/>
    <p:sldId xmlns:r="http://schemas.openxmlformats.org/officeDocument/2006/relationships" id="261" r:id="R23d493b16965437a"/>
    <p:sldId xmlns:r="http://schemas.openxmlformats.org/officeDocument/2006/relationships" id="262" r:id="R3386d81ab4944be3"/>
    <p:sldId xmlns:r="http://schemas.openxmlformats.org/officeDocument/2006/relationships" id="263" r:id="Ra8e03b2484e445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1d55a4b4a4575" /><Relationship Type="http://schemas.openxmlformats.org/officeDocument/2006/relationships/slideMaster" Target="/ppt/slideMasters/slideMaster1.xml" Id="Rfdf4a0dffeb24b7b" /><Relationship Type="http://schemas.openxmlformats.org/officeDocument/2006/relationships/notesMaster" Target="/ppt/notesMasters/notesMaster1.xml" Id="Rf3184a12c2ee4195" /><Relationship Type="http://schemas.openxmlformats.org/officeDocument/2006/relationships/presProps" Target="/ppt/presProps.xml" Id="R07ca972849dd45e6" /><Relationship Type="http://schemas.openxmlformats.org/officeDocument/2006/relationships/tableStyles" Target="/ppt/tableStyles.xml" Id="Rcaf46cff8781424d" /><Relationship Type="http://schemas.openxmlformats.org/officeDocument/2006/relationships/slide" Target="/ppt/slides/slide1.xml" Id="Ra71a10c7011c4326" /><Relationship Type="http://schemas.openxmlformats.org/officeDocument/2006/relationships/slide" Target="/ppt/slides/slide2.xml" Id="R72f8f85e8884486f" /><Relationship Type="http://schemas.openxmlformats.org/officeDocument/2006/relationships/slide" Target="/ppt/slides/slide3.xml" Id="Rf1e61369074c4da7" /><Relationship Type="http://schemas.openxmlformats.org/officeDocument/2006/relationships/slide" Target="/ppt/slides/slide4.xml" Id="R1956f0e359e742cc" /><Relationship Type="http://schemas.openxmlformats.org/officeDocument/2006/relationships/slide" Target="/ppt/slides/slide5.xml" Id="R5270863e551a4eb5" /><Relationship Type="http://schemas.openxmlformats.org/officeDocument/2006/relationships/slide" Target="/ppt/slides/slide6.xml" Id="R23d493b16965437a" /><Relationship Type="http://schemas.openxmlformats.org/officeDocument/2006/relationships/slide" Target="/ppt/slides/slide7.xml" Id="R3386d81ab4944be3" /><Relationship Type="http://schemas.openxmlformats.org/officeDocument/2006/relationships/slide" Target="/ppt/slides/slide8.xml" Id="Ra8e03b2484e445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145fc149e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25097e95d45de" /><Relationship Type="http://schemas.openxmlformats.org/officeDocument/2006/relationships/notesMaster" Target="/ppt/notesMasters/notesMaster1.xml" Id="R9c6c5713113f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4e3dd982d4641" /><Relationship Type="http://schemas.openxmlformats.org/officeDocument/2006/relationships/notesMaster" Target="/ppt/notesMasters/notesMaster1.xml" Id="R5975b103527242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61297390134766" /><Relationship Type="http://schemas.openxmlformats.org/officeDocument/2006/relationships/notesMaster" Target="/ppt/notesMasters/notesMaster1.xml" Id="Rf3a0995b733e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6ec0c26c81465b" /><Relationship Type="http://schemas.openxmlformats.org/officeDocument/2006/relationships/notesMaster" Target="/ppt/notesMasters/notesMaster1.xml" Id="R6941bfa6034c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53c931cbc4faf" /><Relationship Type="http://schemas.openxmlformats.org/officeDocument/2006/relationships/notesMaster" Target="/ppt/notesMasters/notesMaster1.xml" Id="R7ef7e5ee2a1843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5ac8e8ab9d4a24" /><Relationship Type="http://schemas.openxmlformats.org/officeDocument/2006/relationships/notesMaster" Target="/ppt/notesMasters/notesMaster1.xml" Id="R9f7ccf0d411948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9eadf6d6a445ae" /><Relationship Type="http://schemas.openxmlformats.org/officeDocument/2006/relationships/notesMaster" Target="/ppt/notesMasters/notesMaster1.xml" Id="Rdba0d175f944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42cfc19d5467d" /><Relationship Type="http://schemas.openxmlformats.org/officeDocument/2006/relationships/notesMaster" Target="/ppt/notesMasters/notesMaster1.xml" Id="Rd24cc96ab8b049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Design criteria turn preference into a defensible decision and Structural, mechanical and ergonomic design zones.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Use a decision matrix—but do not let the numbers think for you and Orthogonal projection separates shape into aligned 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Line types, dimensions and notes carry different information and CAD improves revision—but it cannot detect a confident wrong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d06db426445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5de3a6bac4819" /><Relationship Type="http://schemas.openxmlformats.org/officeDocument/2006/relationships/slideLayout" Target="/ppt/slideLayouts/slideLayout1.xml" Id="R4d63d0786b0a43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63d0786b0a43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19917a4634ee3" /><Relationship Type="http://schemas.openxmlformats.org/officeDocument/2006/relationships/image" Target="/ppt/media/image.png" Id="Rac41b62bce5541ae" /><Relationship Type="http://schemas.openxmlformats.org/officeDocument/2006/relationships/notesSlide" Target="/ppt/notesSlides/notesSlide1.xml" Id="Raea8cefba9aa44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4c9bb58774b08" /><Relationship Type="http://schemas.openxmlformats.org/officeDocument/2006/relationships/notesSlide" Target="/ppt/notesSlides/notesSlide2.xml" Id="R7f24b5929c4c4a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bcb43773a42ad" /><Relationship Type="http://schemas.openxmlformats.org/officeDocument/2006/relationships/notesSlide" Target="/ppt/notesSlides/notesSlide3.xml" Id="R5ed14cc9c6924f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d55dd20e040cf" /><Relationship Type="http://schemas.openxmlformats.org/officeDocument/2006/relationships/notesSlide" Target="/ppt/notesSlides/notesSlide4.xml" Id="R4f08ae00dcb64e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29c2df974d4e" /><Relationship Type="http://schemas.openxmlformats.org/officeDocument/2006/relationships/notesSlide" Target="/ppt/notesSlides/notesSlide5.xml" Id="Rc09342e01bf147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7000c754f4b67" /><Relationship Type="http://schemas.openxmlformats.org/officeDocument/2006/relationships/notesSlide" Target="/ppt/notesSlides/notesSlide6.xml" Id="R8b64a43a0484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fc5cc028542ff" /><Relationship Type="http://schemas.openxmlformats.org/officeDocument/2006/relationships/notesSlide" Target="/ppt/notesSlides/notesSlide7.xml" Id="R7e2f4a88c05343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d0431285487f" /><Relationship Type="http://schemas.openxmlformats.org/officeDocument/2006/relationships/notesSlide" Target="/ppt/notesSlides/notesSlide8.xml" Id="R8499e974b46c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84697-02AA-471E-9D97-645EE7A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1D0E8-7DB8-4285-B2E2-E02601A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A4FB9-A3C1-42E0-9FC3-8CF24008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CF478-9B49-4168-B36B-FAC0A9D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Design features, justified decisions, orthogonal projection and CAD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2AE75-F2FF-451E-A13D-C4ADBEB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9–10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C9B4A-9761-4E5E-8235-88E15AC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6A3C7-EAB0-4741-8658-30B37D6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34E53-7886-4B85-BDCF-53C54285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1b62bce5541ae"/>
          <a:stretch xmlns:a="http://schemas.openxmlformats.org/drawingml/2006/main"/>
        </p:blipFill>
        <p:spPr>
          <a:xfrm xmlns:a="http://schemas.openxmlformats.org/drawingml/2006/main">
            <a:off x="7927460" y="1123950"/>
            <a:ext cx="3176031" cy="44958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729312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DF247-E23D-4A6A-AEEB-97AE5C4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5AD74-FEB5-4C99-B495-5E03C7E4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2E80B-60B6-4B7D-8499-8D66642B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6DC9-FDF6-43C1-BD55-6C3EE4D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A9E8A-009C-43E6-8AC1-D35C1A0C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868EC-7D1F-481E-B175-F963C91F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5FAF0-F2A5-4BFE-A612-E9DD4DA7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1083C-09BD-490C-A255-313D0F8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Design criteria turn preference into a defensible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BB11C-6F30-42C1-89E3-D57FEEB3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80973-720F-4B8A-80DD-45CDF25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E2037-0717-49D6-819A-A1A31699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Structural, mechanical and ergonomic design zones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434ED-5985-493B-A7B0-08C3402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A76C6-9A23-4A69-B2DA-53FED24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47DEC-97B0-422B-A529-F9DC71EE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Use a decision matrix—but do not let the numbers think for you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12456-6D02-4588-A90D-D42287F6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62418-DDE4-48BB-85DF-5DDE56D2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FC35F-D955-4B50-988E-D887013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Orthogonal projection separates shape into aligned 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13B8C-60F3-4DD3-A949-28EBB9D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7BCB6-2B4D-4BC7-9A49-F3E2B745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F2B89-F1E5-4569-8149-9D9CFC49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Line types, dimensions and notes carry different information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E82D6-2186-4972-BE40-5D0B1EF5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3B64C-C891-4E50-9B15-5A575B42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1AC6C-5DE2-45BC-BD98-8C90DC1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CAD improves revision—but it cannot detect a confident wrong number</a:t>
            </a:r>
          </a:p>
        </p:txBody>
      </p:sp>
    </p:spTree>
    <p:extLst>
      <p:ext uri="{BB962C8B-B14F-4D97-AF65-F5344CB8AC3E}">
        <p14:creationId xmlns:p14="http://schemas.microsoft.com/office/powerpoint/2010/main" val="850495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5A768-9FD6-464E-A267-1CB79B38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5B5E6-748B-4CD4-BFAD-F8BE0AEC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983B8-9CEE-4031-B27D-2F791593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AD197-F380-40BF-A2C3-D1233F1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Design criteria turn preference into a defensible…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C705F-57E6-4C9B-BDA1-8019D134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1799C-2663-4A41-AF9C-5F115C1A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Design criteria turn preference into a defensible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47BCF-34C4-4FC9-96BB-75E9D75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“I like it” is a starting reaction, not a design justification.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4CC30-44BE-43B0-8C84-6F5A1F79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0BF18-6821-4C00-8846-462F6330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Structural, mechanical and ergonomic design zones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79F92-3201-4C2D-B602-67D60B70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Not every surface is equally available for decoration.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FE029-6A5D-4203-95F8-89E4B15A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24133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D426E-0A2E-4810-9044-7E2C8231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F017A-AEB1-4F79-A6E5-97829881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D1FF7-8214-436A-8843-D206C6DB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FA522-10B8-4CFD-A867-9D338DA0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Use a decision matrix—but do not let the numbers think…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A899-AC22-4CBE-836F-1CD3176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68CF1-9AD9-4DB3-852F-20840CB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Use a decision matrix—but do not let the numbers think for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7AAF2-DBC8-48A0-A9EC-06096ADC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decision matrix compares alternatives against the same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B6A7-90FC-439A-81D6-72CFF637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DFA8A-2AC7-4BD6-A256-9CB9E62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Orthogonal projection separates shape into aligned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BE49F-B9A4-45F8-8D3C-4FE2A6D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Orthogonal drawings show an object using views projected at right angles.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51AB9-00CA-47F7-ACEF-8D46707D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91654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C78F-B0DA-4107-96BA-FACB1674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2E9A5-DCCD-4B67-8477-D5A80FDF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CA34E-8C32-4383-BB6C-BBD6F27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53A8F-C509-4D85-9DC3-5B248A1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Line types, dimensions and notes carry different…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FDD66-2B04-401D-A43F-5A52B3B1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162DE-294A-45C3-BEAC-AF69B17C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Line types, dimensions and notes carry different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C52C9-3B71-4632-941E-EA2A89A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Good dimensioning provides enough information to manufacture the part without duplication or contradiction.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3E892-307E-48AC-B20C-068EA90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6C77A-05A8-4FBC-91BB-FC07DAD9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CAD improves revision—but it cannot detect a confident wrong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16204-226B-4913-B4E9-297FD431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Computer-aided drawing supports accurate geometry, copying, mirroring, layers, constraints and rapid revision.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0B8E5-716F-437E-B715-1038EA07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02656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155D1-EB54-4CE0-8DB3-400AC9F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BA214-AA37-4BD5-8952-EB141F26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0DCF6-5E18-4CEC-B82C-A99B3D5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D82A6-F570-40AE-A263-6AE1AE69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84741-BC86-4639-837D-ADD3BE76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AD9E9-5D37-4323-B9E7-B79C4FA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Design criteria turn preference into a defensible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1A5F-80D4-4040-AE5A-B29270B3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89ACC-F4C2-45D1-BE43-33C98D2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Orthogonal projection separates shape into aligned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CACB8-EE1C-4520-A51C-01D79F25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0CE1C-A8F9-44E8-A832-B7E7C032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CAD improves revision—but it cannot detect a confident wrong number</a:t>
            </a:r>
          </a:p>
        </p:txBody>
      </p:sp>
    </p:spTree>
    <p:extLst>
      <p:ext uri="{BB962C8B-B14F-4D97-AF65-F5344CB8AC3E}">
        <p14:creationId xmlns:p14="http://schemas.microsoft.com/office/powerpoint/2010/main" val="343312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A1995-02F8-47F1-98A1-291CE474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81951-C234-44C2-AD75-252BAB33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DD4CC-66E9-45A4-B776-AA6FB6A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E6C40-5C13-4452-B2B9-6B7A7073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D929B-FC1C-4750-B54A-93BE3454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8CB76-2C49-4D6A-9E20-9147478A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DF5E0-327D-465E-8010-255346FF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49977-D801-4943-B33D-7551B1AD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FF7BC-EEA3-4C5D-9ECB-F5373F79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4CB1A-7BD6-4889-8998-1349F3EE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26607-88E5-4F35-8D42-282C54B1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FEB3D-C8BB-4497-B1B2-EC5FC573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E38F4-A143-4882-9F60-1087E2E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942A5-7A54-47BD-9E70-491A556F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6D0F-561E-4996-8545-562E851F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940727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38387-FB13-4498-8794-946796CD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12E13-76BB-4100-8C5A-A6199FE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225C-DDB9-45DA-B9DF-847F7CA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F5A6A-C705-4D97-A98E-CF9C3FB9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D62F6-BA0F-4332-8F04-5AE0F361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586CC-192E-4D04-84E0-D973E643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20266-5DAF-417A-BC78-6D9C9CFE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Design criteria turn preference into a defensible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AE561-90AA-4197-9956-CAA45BEF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CBC4A-C5BD-44C9-9F9C-44627B48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06A4D-31CE-4062-B4E6-E627055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D491D-451B-46E8-804C-009920F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DF4BB-1A50-4967-A8FD-BF94EBB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947344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2026-08-16T02:12:45.0950000Z</dcterms:created>
  <dcterms:modified xsi:type="dcterms:W3CDTF">2026-08-16T02:12:45.0950000Z</dcterms:modified>
</coreProperties>
</file>