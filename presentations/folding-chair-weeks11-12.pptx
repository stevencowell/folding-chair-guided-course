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0fd12f58b64420" /><Relationship Type="http://schemas.openxmlformats.org/officeDocument/2006/relationships/extended-properties" Target="/docProps/app.xml" Id="R490a924939a240b3" /><Relationship Type="http://schemas.openxmlformats.org/officeDocument/2006/relationships/officeDocument" Target="/ppt/presentation.xml" Id="R3b21d41c071744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ac8c0470c5457a"/>
  </p:sldMasterIdLst>
  <p:notesMasterIdLst>
    <p:notesMasterId xmlns:r="http://schemas.openxmlformats.org/officeDocument/2006/relationships" r:id="Rce6664d98bfc45c6"/>
  </p:notesMasterIdLst>
  <p:sldIdLst>
    <p:sldId xmlns:r="http://schemas.openxmlformats.org/officeDocument/2006/relationships" id="256" r:id="Re03c6e230e5045ba"/>
    <p:sldId xmlns:r="http://schemas.openxmlformats.org/officeDocument/2006/relationships" id="257" r:id="Re706e41bfaef4e5b"/>
    <p:sldId xmlns:r="http://schemas.openxmlformats.org/officeDocument/2006/relationships" id="258" r:id="R7312148b36b94ad1"/>
    <p:sldId xmlns:r="http://schemas.openxmlformats.org/officeDocument/2006/relationships" id="259" r:id="Rad47cc3b274949b9"/>
    <p:sldId xmlns:r="http://schemas.openxmlformats.org/officeDocument/2006/relationships" id="260" r:id="Rc01095e2755941d2"/>
    <p:sldId xmlns:r="http://schemas.openxmlformats.org/officeDocument/2006/relationships" id="261" r:id="R61331e44ddd14f86"/>
    <p:sldId xmlns:r="http://schemas.openxmlformats.org/officeDocument/2006/relationships" id="262" r:id="Radaef7e30ae84adf"/>
    <p:sldId xmlns:r="http://schemas.openxmlformats.org/officeDocument/2006/relationships" id="263" r:id="R400fd376c0114e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7110f33d154eec" /><Relationship Type="http://schemas.openxmlformats.org/officeDocument/2006/relationships/slideMaster" Target="/ppt/slideMasters/slideMaster1.xml" Id="R49ac8c0470c5457a" /><Relationship Type="http://schemas.openxmlformats.org/officeDocument/2006/relationships/notesMaster" Target="/ppt/notesMasters/notesMaster1.xml" Id="Rce6664d98bfc45c6" /><Relationship Type="http://schemas.openxmlformats.org/officeDocument/2006/relationships/presProps" Target="/ppt/presProps.xml" Id="R1208fe6b34034746" /><Relationship Type="http://schemas.openxmlformats.org/officeDocument/2006/relationships/tableStyles" Target="/ppt/tableStyles.xml" Id="R23e1c323e03b4ab7" /><Relationship Type="http://schemas.openxmlformats.org/officeDocument/2006/relationships/slide" Target="/ppt/slides/slide1.xml" Id="Re03c6e230e5045ba" /><Relationship Type="http://schemas.openxmlformats.org/officeDocument/2006/relationships/slide" Target="/ppt/slides/slide2.xml" Id="Re706e41bfaef4e5b" /><Relationship Type="http://schemas.openxmlformats.org/officeDocument/2006/relationships/slide" Target="/ppt/slides/slide3.xml" Id="R7312148b36b94ad1" /><Relationship Type="http://schemas.openxmlformats.org/officeDocument/2006/relationships/slide" Target="/ppt/slides/slide4.xml" Id="Rad47cc3b274949b9" /><Relationship Type="http://schemas.openxmlformats.org/officeDocument/2006/relationships/slide" Target="/ppt/slides/slide5.xml" Id="Rc01095e2755941d2" /><Relationship Type="http://schemas.openxmlformats.org/officeDocument/2006/relationships/slide" Target="/ppt/slides/slide6.xml" Id="R61331e44ddd14f86" /><Relationship Type="http://schemas.openxmlformats.org/officeDocument/2006/relationships/slide" Target="/ppt/slides/slide7.xml" Id="Radaef7e30ae84adf" /><Relationship Type="http://schemas.openxmlformats.org/officeDocument/2006/relationships/slide" Target="/ppt/slides/slide8.xml" Id="R400fd376c0114e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a51a4f5bc648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962d99744c4ec6" /><Relationship Type="http://schemas.openxmlformats.org/officeDocument/2006/relationships/notesMaster" Target="/ppt/notesMasters/notesMaster1.xml" Id="R3783fe959f1647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a18f7a02c04b3a" /><Relationship Type="http://schemas.openxmlformats.org/officeDocument/2006/relationships/notesMaster" Target="/ppt/notesMasters/notesMaster1.xml" Id="Reeb5080dd1de4e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2c738fa3de4367" /><Relationship Type="http://schemas.openxmlformats.org/officeDocument/2006/relationships/notesMaster" Target="/ppt/notesMasters/notesMaster1.xml" Id="Rdbe27a1b7d4b4f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5c64fd677544c6" /><Relationship Type="http://schemas.openxmlformats.org/officeDocument/2006/relationships/notesMaster" Target="/ppt/notesMasters/notesMaster1.xml" Id="R97d43775fdf149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011f2773dd4117" /><Relationship Type="http://schemas.openxmlformats.org/officeDocument/2006/relationships/notesMaster" Target="/ppt/notesMasters/notesMaster1.xml" Id="Re92ef75bd4f741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0a9ac8fd534fa7" /><Relationship Type="http://schemas.openxmlformats.org/officeDocument/2006/relationships/notesMaster" Target="/ppt/notesMasters/notesMaster1.xml" Id="R9aabff04317448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d37df090ff4957" /><Relationship Type="http://schemas.openxmlformats.org/officeDocument/2006/relationships/notesMaster" Target="/ppt/notesMasters/notesMaster1.xml" Id="R96130940046a4f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0168fe75c445c8" /><Relationship Type="http://schemas.openxmlformats.org/officeDocument/2006/relationships/notesMaster" Target="/ppt/notesMasters/notesMaster1.xml" Id="R73574797f4f149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Assembly order is a design decision and Adhesive selection and the conditions for a strong bond.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Clamp pressure must close the joint without distorting it and Costing converts quantities into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Dependencies determine what can happen next and Hold points protect the project from rushed rework.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6ecf38b9b4e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c5937dbf5e40fb" /><Relationship Type="http://schemas.openxmlformats.org/officeDocument/2006/relationships/slideLayout" Target="/ppt/slideLayouts/slideLayout1.xml" Id="R4f6a744142a34d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a744142a34d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ae2d919ec4981" /><Relationship Type="http://schemas.openxmlformats.org/officeDocument/2006/relationships/image" Target="/ppt/media/image.png" Id="R6217c3a26ba94463" /><Relationship Type="http://schemas.openxmlformats.org/officeDocument/2006/relationships/notesSlide" Target="/ppt/notesSlides/notesSlide1.xml" Id="R7b12867c25864b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9d8a42e914a89" /><Relationship Type="http://schemas.openxmlformats.org/officeDocument/2006/relationships/notesSlide" Target="/ppt/notesSlides/notesSlide2.xml" Id="R21cac7b4c03248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2d570de604839" /><Relationship Type="http://schemas.openxmlformats.org/officeDocument/2006/relationships/notesSlide" Target="/ppt/notesSlides/notesSlide3.xml" Id="Ra10be0fe70b541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a8116eb194227" /><Relationship Type="http://schemas.openxmlformats.org/officeDocument/2006/relationships/notesSlide" Target="/ppt/notesSlides/notesSlide4.xml" Id="R5cff5704d56b43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639be5a5449d1" /><Relationship Type="http://schemas.openxmlformats.org/officeDocument/2006/relationships/notesSlide" Target="/ppt/notesSlides/notesSlide5.xml" Id="R1dd6d006546c47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fd5f46c0340fc" /><Relationship Type="http://schemas.openxmlformats.org/officeDocument/2006/relationships/notesSlide" Target="/ppt/notesSlides/notesSlide6.xml" Id="Rdabcc1d69b4446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a885a674d4d63" /><Relationship Type="http://schemas.openxmlformats.org/officeDocument/2006/relationships/notesSlide" Target="/ppt/notesSlides/notesSlide7.xml" Id="R0b074fdb529144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7b9687dfd4df2" /><Relationship Type="http://schemas.openxmlformats.org/officeDocument/2006/relationships/notesSlide" Target="/ppt/notesSlides/notesSlide8.xml" Id="Rb955c8b8ab6948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03FBF-4DDD-4BA3-8876-7A50427D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C8323-D842-43F2-B66B-B00BDAD8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0EAF9-8D1E-460B-B167-A2AC0324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45ED4-B283-4558-A95B-68ED9C71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1"/>
                </a:solidFill>
              </a:defRPr>
            </a:pPr>
            <a:r>
              <a:rPr sz="4050" b="1">
                <a:solidFill>
                  <a:srgbClr val="173D31"/>
                </a:solidFill>
              </a:rPr>
              <a:t>Assembly sequence, adhesives, clamping, costing and realistic time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A49B1-D0DB-4FDF-B558-54A3C233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11–12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00DDF-BADC-4B57-880E-B0418117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B4305-F713-4A82-89D0-FE77C16B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9ADA4-A367-44CC-A89B-88E9912D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1BC"/>
          </a:solidFill>
          <a:ln xmlns:a="http://schemas.openxmlformats.org/drawingml/2006/main" w="0">
            <a:solidFill>
              <a:srgbClr val="EBD1B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7c3a26ba94463"/>
          <a:stretch xmlns:a="http://schemas.openxmlformats.org/drawingml/2006/main"/>
        </p:blipFill>
        <p:spPr>
          <a:xfrm xmlns:a="http://schemas.openxmlformats.org/drawingml/2006/main">
            <a:off x="7658100" y="2059517"/>
            <a:ext cx="3714750" cy="2624667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2100980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36D1DF-4290-4380-8F79-AB802A37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239D8-DB2E-4653-9F92-CFB3500D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D958A-B317-4EB1-9C63-6CE7A977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38B6D-95AD-4F5C-AFB6-B25C7C32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9B151-1828-4EE8-A90C-6236DC14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1CB4-A477-4EBA-A396-44B4C2E7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675E3-F98F-4F8C-A370-89D74697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8389A-6D75-48F5-B0CC-FB78204A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Assembly order is a design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9C58B-6B45-4934-9D1D-B35383F9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1971B-06F4-4C06-9695-17248E5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4A672-E0DE-4749-8D55-452BA0C1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Adhesive selection and the conditions for a strong bond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66111-4BF6-4DF1-930A-8197D848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49B5A-00FC-4072-8DE8-405D3626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EF89D-C5F3-4C95-963D-FDFE07B7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Clamp pressure must close the joint without distorting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9C9DB-C122-4831-BF9B-B77A58BA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D957E-9EFC-40D2-B7B8-5BCAA371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33493-6F2C-48C4-BB72-326FF6AA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Costing converts quantities into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8D091-DB65-4C58-8B35-F9281F69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AF446-D85B-445A-82A3-48B41BD9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3ED93-4FF9-4E93-877F-A1966762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Dependencies determine what can happen 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4198D-4AD8-468C-8431-920B8E83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52F30-B0B5-47D5-AEC2-FE580145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53D61-F608-4A92-AA52-6265AE74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Hold points protect the project from rushed rework</a:t>
            </a:r>
          </a:p>
        </p:txBody>
      </p:sp>
    </p:spTree>
    <p:extLst>
      <p:ext uri="{BB962C8B-B14F-4D97-AF65-F5344CB8AC3E}">
        <p14:creationId xmlns:p14="http://schemas.microsoft.com/office/powerpoint/2010/main" val="1385060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6DAAB-4FB5-4DB3-907B-DB579223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72F32-4D08-4044-9DC4-E48EDCF2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976CF-BB92-498D-9301-B141B824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B027A-E832-4D77-877D-977464B4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Assembly order is a design decision + Adhesive selection…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92F62-74AE-4302-A21E-8198F352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83B04-B92A-4BA1-9A20-C26FFA52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Assembly order is a design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AEF30-8E01-48AA-830F-4A44AB55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Assembly should be divided into manageable subassemblies.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A8198-0F94-43B8-BB1D-59B67EDB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6588C-1548-4EAC-B262-1023B14D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Adhesive selection and the conditions for a strong bond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23659-6C27-49FA-980D-4DC47EFB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For many indoor timber assemblies, a suitable woodworking PVA adhesive provides a strong bond when the joint fits correctly and the surfaces are clean, sound and properly clamped.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B76AD-EF49-4109-AF42-36663A53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005292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1CED7-E775-431D-91CD-A6FCE0BD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EFDC3-D570-4571-8CF8-1D426E68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6EA4D-F97A-492E-ACD2-8F665A70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09140-20A2-4E59-BCF8-E736C70D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Clamp pressure must close the joint without distorting…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DE42F-AE40-4663-9E98-064AC05E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82C32-5BEB-43A4-BD64-6163AEB3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Clamp pressure must close the joint without distorting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48327-0D3F-4E35-BC71-FB6D01B1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Position clamps so the force closes the joint rather than bending the assembly.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469EF-62A3-4225-A700-0A612E55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3BB67-A65B-4E4E-81F4-C528C35C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Costing converts quantities into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1ECA4-934C-488B-8366-1AF79A4B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project cost is based on quantities and unit costs, not a guess at the final total.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E044C-7271-4ED8-81FB-0FAEE864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990279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55E93-53A6-4B37-8559-55B9E1E7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BF7F4-FDF8-4BC6-81E8-C9FD7AD0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D6337-EB5F-4230-BCDF-6D116B02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C8BC1-1A0B-46F9-B4A3-1291EB29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Dependencies determine what can happen next + Hold…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B5704-A31B-467C-B76F-23A8DA75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FF976-EB44-4E88-B1E0-5117F5D5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Dependencies determine what can happen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08B35-AC6A-4FF9-BDEB-352562ED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dependency is a task that must be completed before another task can begin.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BA2CA-C08D-42C0-ADC4-DE99F7C8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7F0E7-027C-4C23-8E70-08EF2BD8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Hold points protect the project from rushed rework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7B805-07D7-4E5B-92A8-64E9AE3C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hold point is a planned stop where evidence is checked before permanent or high-cost work continues.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C11E6-2D68-4C7F-8C14-C1C9DCF0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107605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50016-E811-4292-AC7B-FBFD106E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F8A17-20C1-49FE-AF6F-A1BC0325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853F7-79B7-4691-9C7E-82CDE76F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00919-D350-4BF2-875D-3C8ECA00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AC6E6-CDB9-4E5D-B9B6-207C0642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04EDD-483C-4F6E-A376-762E5475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Assembly order is a design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517E1-372E-4351-83A6-86FA7304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8D24F-02E8-4417-8BAA-9841AC13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Costing converts quantities into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D6297-1673-4E26-9BB7-E1B66B9E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A2B88-AC9F-4FD7-84F1-F30671B7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Hold points protect the project from rushed rework</a:t>
            </a:r>
          </a:p>
        </p:txBody>
      </p:sp>
    </p:spTree>
    <p:extLst>
      <p:ext uri="{BB962C8B-B14F-4D97-AF65-F5344CB8AC3E}">
        <p14:creationId xmlns:p14="http://schemas.microsoft.com/office/powerpoint/2010/main" val="1060557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A4451-0D92-46ED-BEAD-58C1C672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C7CF0-B173-40F7-B59E-D83004E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1B852-6F40-41E9-97E8-68859901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CDD65-C2EB-4DF9-AB8C-8AD0A093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990B8-9188-4933-BAD2-1484CB58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299CF-4405-4D2A-AFA7-F49B0516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69C0A-F7C2-4239-AC88-F58A834A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EAC16-D684-4048-9EF2-1C9E25D0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B0395-8324-4740-9D85-1A7F41D5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0B3A5-0CAE-48A5-87A4-2467EE2C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E2D43-CF9B-47C9-AF22-2B7BC46F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ACA7C-E922-4430-A857-9DE40C86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67093-1714-4D99-AEF2-18C38810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5A45A-3FB1-4403-B3F7-9BAC71D0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3E2CA-A645-4445-879C-C9720733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200907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A80DB-CE71-411C-8EB2-8970BBFB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3F3EC-62ED-4821-826A-24E5937C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CCAF6-8D1B-46D7-9724-7CF8660F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73441-BB5E-496B-B368-20989AB7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F5A21-56E6-476A-9430-17C036C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1D59B-3F19-422B-8AA2-AAAFF8D7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D4A2C-CC0D-4122-8521-196E4491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Assembly order is a design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087C3-213E-4619-B5FA-D0939393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84A08-8B87-44F9-BBE3-E9468548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A4B47-B781-4B7A-90EC-943430F4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213DB-23D1-4538-BF8B-847453B6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D173D-B365-4C30-9D97-4A377734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686987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2026-08-16T02:12:45.5770000Z</dcterms:created>
  <dcterms:modified xsi:type="dcterms:W3CDTF">2026-08-16T02:12:45.5770000Z</dcterms:modified>
</coreProperties>
</file>