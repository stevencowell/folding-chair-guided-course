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faf59be864f5f" /><Relationship Type="http://schemas.openxmlformats.org/officeDocument/2006/relationships/extended-properties" Target="/docProps/app.xml" Id="R573b21a6054441a3" /><Relationship Type="http://schemas.openxmlformats.org/officeDocument/2006/relationships/officeDocument" Target="/ppt/presentation.xml" Id="R87a555ce1423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98c1fe4f34761"/>
  </p:sldMasterIdLst>
  <p:notesMasterIdLst>
    <p:notesMasterId xmlns:r="http://schemas.openxmlformats.org/officeDocument/2006/relationships" r:id="Rf49b6af2d2a84ec0"/>
  </p:notesMasterIdLst>
  <p:sldIdLst>
    <p:sldId xmlns:r="http://schemas.openxmlformats.org/officeDocument/2006/relationships" id="256" r:id="R09061c3fe33346e4"/>
    <p:sldId xmlns:r="http://schemas.openxmlformats.org/officeDocument/2006/relationships" id="257" r:id="R739e6a6ee7de4cb3"/>
    <p:sldId xmlns:r="http://schemas.openxmlformats.org/officeDocument/2006/relationships" id="258" r:id="R57ced62a3dbf4df5"/>
    <p:sldId xmlns:r="http://schemas.openxmlformats.org/officeDocument/2006/relationships" id="259" r:id="R1885c982912c4d61"/>
    <p:sldId xmlns:r="http://schemas.openxmlformats.org/officeDocument/2006/relationships" id="260" r:id="R1daff4b762334dff"/>
    <p:sldId xmlns:r="http://schemas.openxmlformats.org/officeDocument/2006/relationships" id="261" r:id="R0e74d917dfb34fb5"/>
    <p:sldId xmlns:r="http://schemas.openxmlformats.org/officeDocument/2006/relationships" id="262" r:id="R6815537c59c24633"/>
    <p:sldId xmlns:r="http://schemas.openxmlformats.org/officeDocument/2006/relationships" id="263" r:id="Re45331c3bc13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4308af4ec442b" /><Relationship Type="http://schemas.openxmlformats.org/officeDocument/2006/relationships/slideMaster" Target="/ppt/slideMasters/slideMaster1.xml" Id="R9c198c1fe4f34761" /><Relationship Type="http://schemas.openxmlformats.org/officeDocument/2006/relationships/notesMaster" Target="/ppt/notesMasters/notesMaster1.xml" Id="Rf49b6af2d2a84ec0" /><Relationship Type="http://schemas.openxmlformats.org/officeDocument/2006/relationships/presProps" Target="/ppt/presProps.xml" Id="R1a4c980459564311" /><Relationship Type="http://schemas.openxmlformats.org/officeDocument/2006/relationships/tableStyles" Target="/ppt/tableStyles.xml" Id="R28e7de8fc66d4fe7" /><Relationship Type="http://schemas.openxmlformats.org/officeDocument/2006/relationships/slide" Target="/ppt/slides/slide1.xml" Id="R09061c3fe33346e4" /><Relationship Type="http://schemas.openxmlformats.org/officeDocument/2006/relationships/slide" Target="/ppt/slides/slide2.xml" Id="R739e6a6ee7de4cb3" /><Relationship Type="http://schemas.openxmlformats.org/officeDocument/2006/relationships/slide" Target="/ppt/slides/slide3.xml" Id="R57ced62a3dbf4df5" /><Relationship Type="http://schemas.openxmlformats.org/officeDocument/2006/relationships/slide" Target="/ppt/slides/slide4.xml" Id="R1885c982912c4d61" /><Relationship Type="http://schemas.openxmlformats.org/officeDocument/2006/relationships/slide" Target="/ppt/slides/slide5.xml" Id="R1daff4b762334dff" /><Relationship Type="http://schemas.openxmlformats.org/officeDocument/2006/relationships/slide" Target="/ppt/slides/slide6.xml" Id="R0e74d917dfb34fb5" /><Relationship Type="http://schemas.openxmlformats.org/officeDocument/2006/relationships/slide" Target="/ppt/slides/slide7.xml" Id="R6815537c59c24633" /><Relationship Type="http://schemas.openxmlformats.org/officeDocument/2006/relationships/slide" Target="/ppt/slides/slide8.xml" Id="Re45331c3bc13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e91c412fba4f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3030537394cf0" /><Relationship Type="http://schemas.openxmlformats.org/officeDocument/2006/relationships/notesMaster" Target="/ppt/notesMasters/notesMaster1.xml" Id="R8446e5ae58094d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7ba40697e1458c" /><Relationship Type="http://schemas.openxmlformats.org/officeDocument/2006/relationships/notesMaster" Target="/ppt/notesMasters/notesMaster1.xml" Id="Re012afedd5b240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288a693d774bd3" /><Relationship Type="http://schemas.openxmlformats.org/officeDocument/2006/relationships/notesMaster" Target="/ppt/notesMasters/notesMaster1.xml" Id="Rf790c60dd2fb4d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9b6dc28a74b28" /><Relationship Type="http://schemas.openxmlformats.org/officeDocument/2006/relationships/notesMaster" Target="/ppt/notesMasters/notesMaster1.xml" Id="Rcd01abfb6e3b40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eecbde786f4e65" /><Relationship Type="http://schemas.openxmlformats.org/officeDocument/2006/relationships/notesMaster" Target="/ppt/notesMasters/notesMaster1.xml" Id="R16eb6db2b25547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0c75a274094aa4" /><Relationship Type="http://schemas.openxmlformats.org/officeDocument/2006/relationships/notesMaster" Target="/ppt/notesMasters/notesMaster1.xml" Id="Rcba9739c7c434f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f79534194e446e" /><Relationship Type="http://schemas.openxmlformats.org/officeDocument/2006/relationships/notesMaster" Target="/ppt/notesMasters/notesMaster1.xml" Id="Rfdb49beaa66546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14ae1d2e54467c" /><Relationship Type="http://schemas.openxmlformats.org/officeDocument/2006/relationships/notesMaster" Target="/ppt/notesMasters/notesMaster1.xml" Id="R90af1b24f39346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How the bandsaw cuts—and why setup matters and Planning curved cuts, relief cuts and paired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 bandsaw SOP from pre-start to shutdown and Refining mortise-and-tenon fit without creating a loose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Quality gates prevent cumulative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bbbbd4d9f44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e9845de3a84fcd" /><Relationship Type="http://schemas.openxmlformats.org/officeDocument/2006/relationships/slideLayout" Target="/ppt/slideLayouts/slideLayout1.xml" Id="Rb82774d6ec6b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774d6ec6b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c70737bc744e6" /><Relationship Type="http://schemas.openxmlformats.org/officeDocument/2006/relationships/image" Target="/ppt/media/image.png" Id="R011cb966afa94c5d" /><Relationship Type="http://schemas.openxmlformats.org/officeDocument/2006/relationships/notesSlide" Target="/ppt/notesSlides/notesSlide1.xml" Id="R4e35022ea2764f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40607de034d10" /><Relationship Type="http://schemas.openxmlformats.org/officeDocument/2006/relationships/notesSlide" Target="/ppt/notesSlides/notesSlide2.xml" Id="R3f7bfa080ac54a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35467bbed46d8" /><Relationship Type="http://schemas.openxmlformats.org/officeDocument/2006/relationships/notesSlide" Target="/ppt/notesSlides/notesSlide3.xml" Id="R19cb95acabd7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fa7dd598a4226" /><Relationship Type="http://schemas.openxmlformats.org/officeDocument/2006/relationships/notesSlide" Target="/ppt/notesSlides/notesSlide4.xml" Id="R814f8661ecf7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fb21b65514437" /><Relationship Type="http://schemas.openxmlformats.org/officeDocument/2006/relationships/notesSlide" Target="/ppt/notesSlides/notesSlide5.xml" Id="R52f2d99bc9d041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9069db64645ca" /><Relationship Type="http://schemas.openxmlformats.org/officeDocument/2006/relationships/notesSlide" Target="/ppt/notesSlides/notesSlide6.xml" Id="R0387c223185243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b22d13114d0c" /><Relationship Type="http://schemas.openxmlformats.org/officeDocument/2006/relationships/notesSlide" Target="/ppt/notesSlides/notesSlide7.xml" Id="R52e207e222f649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659fa4a584855" /><Relationship Type="http://schemas.openxmlformats.org/officeDocument/2006/relationships/notesSlide" Target="/ppt/notesSlides/notesSlide8.xml" Id="Rb0f3a9346bba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8DB95-F798-4997-AF6D-5A97139B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1AF6-921A-4255-91C1-1464B59F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C1CB-ABF6-46A7-B398-B2B2A881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12C80-6359-49F2-9453-75E3CF09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Bandsaw shaping, safe operating procedures and controlled joinery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DBAD6-8479-4274-B382-3BD1375E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5–6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67A4D-D67C-442D-8215-41A6585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446CC-E6F0-43F9-8738-B7D193E4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52A5C-3EB3-4B0D-8A97-43CFFD5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cb966afa94c5d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867041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8D7BA-CB51-4975-90B1-5B83D66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288D7-10F4-4FB5-87DC-053BE0F7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B9C51-B6A4-4141-A24E-B8F5A5A4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FD78B-0EF4-4A58-92D2-C13177C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34959-D48B-4F94-B98F-D306F14C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D8AA1-9F3D-4C5A-BBA0-4888F03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83C9F-E6CA-4C2C-B818-ACEFCD3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CA3B2-5EF8-4762-AF1C-66993AE0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the bandsaw cuts—and why setup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B0A3B-5202-41E6-9325-4EF1AA8E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7076A-87F9-4D24-A384-2F614558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F215-59CE-4B6D-8780-B82521F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Planning curved cuts, relief cuts and paired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A7D70-F9E3-4790-8391-E2E350F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66BCD-712E-4D96-9236-F4AB370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BA513-F2E4-4EB7-806E-DE9CE05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 bandsaw SOP from pre-start to shutdown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001A4-CDDE-45D1-9496-F42AD9B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7270F-80E7-4E49-B36B-04044C2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5FEC6-F079-4DEE-8DFA-12F46493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Refining mortise-and-tenon fit without creating a loose 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BE5A7-7028-4900-9A50-93B7C84A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211C5-13FB-4771-A258-EAA57D7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03F74-7E9F-4368-96BF-0C26ED2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Quality gates prevent cumulative error</a:t>
            </a:r>
          </a:p>
        </p:txBody>
      </p:sp>
    </p:spTree>
    <p:extLst>
      <p:ext uri="{BB962C8B-B14F-4D97-AF65-F5344CB8AC3E}">
        <p14:creationId xmlns:p14="http://schemas.microsoft.com/office/powerpoint/2010/main" val="1801718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FDF2D-8D80-4304-A297-96DFC33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7F141-4EEB-4359-A4B2-8D46F61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5B2A8-1D72-482B-B027-B11AB5CD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0DFAD-A5BC-4044-B23B-76B9347C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How the bandsaw cuts—and why setup matters + Planning…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18A34-5F39-4170-90F8-3AA1067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C4243-AE14-42F1-8A5C-674D624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How the bandsaw cuts—and why setup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154EC-C317-4477-BBB7-C858CA1C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bandsaw uses a continuous toothed blade running around two wheels.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F8BF-2C46-4548-9922-0BD4222B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CB79F-59D2-49C3-94D5-95E438EC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Planning curved cuts, relief cuts and paired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3EA93-B5A5-4D55-95B3-4E3CE2DC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radius should be marked from a template, compass construction or another approved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D2DE6-3B7C-46F3-B73E-9628BAD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09974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AF06B-A30E-449C-9BAA-3B5A9CE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3922A-6AEB-4B4E-8A84-5FD4FC6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546CF-2142-4077-9FE8-9FF9B031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A3BFD-4567-423A-AB40-DB5A9A6A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 bandsaw SOP from pre-start to shutdown + Refining…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0012F-572D-4AD1-925F-289B47A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65AFB-C9A3-4B8C-85C1-CFB03182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 bandsaw SOP from pre-start to shutdown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BDD8D-E6A2-4BFF-BCC3-E8903FD2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Standard Operating Procedure (SOP) sets out the expected checks and behaviours for one machine or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DFBF0-2312-470B-B0B7-1683657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04D92-ADD2-46EB-B9BE-117C0087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Refining mortise-and-tenon fit without creating a loose joint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7D457-7858-4CC8-83B5-30C6E1D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joint that starts crooked may have unequal tenon cheeks, an out-of-square shoulder or a mortise that is not aligned with the reference 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D0C71-C792-4CE9-BEC5-7415C07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24329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5800D-1243-4BB8-8075-97784140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04117-52E5-419F-A025-6B31F1B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8C6FA-775A-450B-BAAD-4AEF43E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E310-CB29-4838-9B54-7F3EFE2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Quality gates prevent cumulative 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B71FE-82C7-4825-9ED0-312BA9D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49A5B-888C-4DDF-9975-9725B2D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24E47-14AE-454F-93DC-D1C9145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quality gate is a checkpoint that must be passed before the component moves to the next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8A691-B976-4115-ACAA-E60264A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8C978-86E5-4150-B69C-85CECAF1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6E71-00FA-45EE-AD0A-1F238A85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is cheaper and easier to correct a radius before drilling than after a pivot hole has been located from the wrong 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31C88-6E28-49EB-AD54-CE9E8EF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1E64C-83FB-41DD-9B41-7C34B37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63102-FB5B-479A-A92C-B4F72113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Small inaccuracies that appear harmless can combine into a larger mechanism 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0894B-B08B-4133-82C5-9230D714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23698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E1277-609B-4AA8-97A1-6614C49A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B92FF-7A7C-4858-A930-0AE37AB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04FA2-DC9C-4DD8-9EB2-3C5459F5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B52CE-D0EF-49E0-974B-0122D83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07A35-68EA-4FEB-8C6D-8DA97F2D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E61CB-D24E-4D61-831D-221A2CE9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How the bandsaw cuts—and why setup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AE6EF-32C6-47F0-ACFE-FD7CC024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D15E8-CE99-4781-9F19-5B7133D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 bandsaw SOP from pre-start to shutdown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65BFD-D6DF-4770-A014-787EC087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6DDCF-934D-4BFE-8F80-C6239EC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Quality gates prevent cumulative error</a:t>
            </a:r>
          </a:p>
        </p:txBody>
      </p:sp>
    </p:spTree>
    <p:extLst>
      <p:ext uri="{BB962C8B-B14F-4D97-AF65-F5344CB8AC3E}">
        <p14:creationId xmlns:p14="http://schemas.microsoft.com/office/powerpoint/2010/main" val="1781376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708CE-EFFF-4096-8810-046DB85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4212-CF28-4FEA-B486-697592E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27384-940F-40E2-8A4B-1EFC0BD0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275C2-E742-4D9E-8480-B9A4844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6F1B9-5623-4998-9A49-DC4CA5E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180CE-9BAA-46C4-9832-F7EFB7B6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C661C-D004-4F88-9964-34317926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FFC35-B740-432F-B65C-D9A21009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1C851-DBDA-4AFD-A4DE-BBDD519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368E4-999E-4721-8BCF-471AC62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B46D3-7943-442B-8624-3679004F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82130-6EE7-4A86-B7EE-FD45B4B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3941D-E8C4-49CB-99FE-97BEA5A2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F117A-7A13-42FF-BEA3-0B330AA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F2F04-7355-48C1-AADD-492FA03D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598655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29A6C-B0A8-4F9F-9537-3C79C96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9008E-788C-4F74-ACF8-C0D6ED5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78FC1-BC1D-4FBE-A811-13965757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5–6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A7EF-0AAF-4DB0-A89C-AFF0B328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65A77-849D-41DC-B8AE-D3BBC544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F9D37-985C-4B5B-8885-E565453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24AE5-8F52-4EA8-81C2-F47FEABE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How the bandsaw cuts—and why setup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9A180-4B64-44FE-98ED-8E22E1C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57FB1-4B8A-4655-8E64-88B3C16A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0EB68-07E8-4DE6-A4B8-6B4227DA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7C3F0-7521-4A99-98E4-E0D9310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3F954-937D-48CB-9B2E-0DFE1D1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846214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2026-08-16T02:12:44.0530000Z</dcterms:created>
  <dcterms:modified xsi:type="dcterms:W3CDTF">2026-08-16T02:12:44.0530000Z</dcterms:modified>
</coreProperties>
</file>